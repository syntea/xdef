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0" r:id="rId2"/>
  </p:sldMasterIdLst>
  <p:notesMasterIdLst>
    <p:notesMasterId r:id="rId21"/>
  </p:notesMasterIdLst>
  <p:handoutMasterIdLst>
    <p:handoutMasterId r:id="rId22"/>
  </p:handoutMasterIdLst>
  <p:sldIdLst>
    <p:sldId id="260" r:id="rId3"/>
    <p:sldId id="354" r:id="rId4"/>
    <p:sldId id="487" r:id="rId5"/>
    <p:sldId id="488" r:id="rId6"/>
    <p:sldId id="489" r:id="rId7"/>
    <p:sldId id="501" r:id="rId8"/>
    <p:sldId id="485" r:id="rId9"/>
    <p:sldId id="490" r:id="rId10"/>
    <p:sldId id="491" r:id="rId11"/>
    <p:sldId id="492" r:id="rId12"/>
    <p:sldId id="493" r:id="rId13"/>
    <p:sldId id="495" r:id="rId14"/>
    <p:sldId id="496" r:id="rId15"/>
    <p:sldId id="498" r:id="rId16"/>
    <p:sldId id="502" r:id="rId17"/>
    <p:sldId id="499" r:id="rId18"/>
    <p:sldId id="500" r:id="rId19"/>
    <p:sldId id="258" r:id="rId20"/>
  </p:sldIdLst>
  <p:sldSz cx="9144000" cy="6858000" type="screen4x3"/>
  <p:notesSz cx="6797675" cy="9926638"/>
  <p:defaultTextStyle>
    <a:defPPr>
      <a:defRPr lang="cs-CZ"/>
    </a:defPPr>
    <a:lvl1pPr algn="l" rtl="0" eaLnBrk="0" fontAlgn="base" hangingPunct="0">
      <a:spcBef>
        <a:spcPct val="0"/>
      </a:spcBef>
      <a:spcAft>
        <a:spcPct val="0"/>
      </a:spcAft>
      <a:defRPr sz="6000" kern="1200">
        <a:solidFill>
          <a:schemeClr val="tx1"/>
        </a:solidFill>
        <a:latin typeface="Corbel" pitchFamily="34" charset="0"/>
        <a:ea typeface="+mn-ea"/>
        <a:cs typeface="+mn-cs"/>
      </a:defRPr>
    </a:lvl1pPr>
    <a:lvl2pPr marL="457200" algn="l" rtl="0" eaLnBrk="0" fontAlgn="base" hangingPunct="0">
      <a:spcBef>
        <a:spcPct val="0"/>
      </a:spcBef>
      <a:spcAft>
        <a:spcPct val="0"/>
      </a:spcAft>
      <a:defRPr sz="6000" kern="1200">
        <a:solidFill>
          <a:schemeClr val="tx1"/>
        </a:solidFill>
        <a:latin typeface="Corbel" pitchFamily="34" charset="0"/>
        <a:ea typeface="+mn-ea"/>
        <a:cs typeface="+mn-cs"/>
      </a:defRPr>
    </a:lvl2pPr>
    <a:lvl3pPr marL="914400" algn="l" rtl="0" eaLnBrk="0" fontAlgn="base" hangingPunct="0">
      <a:spcBef>
        <a:spcPct val="0"/>
      </a:spcBef>
      <a:spcAft>
        <a:spcPct val="0"/>
      </a:spcAft>
      <a:defRPr sz="6000" kern="1200">
        <a:solidFill>
          <a:schemeClr val="tx1"/>
        </a:solidFill>
        <a:latin typeface="Corbel" pitchFamily="34" charset="0"/>
        <a:ea typeface="+mn-ea"/>
        <a:cs typeface="+mn-cs"/>
      </a:defRPr>
    </a:lvl3pPr>
    <a:lvl4pPr marL="1371600" algn="l" rtl="0" eaLnBrk="0" fontAlgn="base" hangingPunct="0">
      <a:spcBef>
        <a:spcPct val="0"/>
      </a:spcBef>
      <a:spcAft>
        <a:spcPct val="0"/>
      </a:spcAft>
      <a:defRPr sz="6000" kern="1200">
        <a:solidFill>
          <a:schemeClr val="tx1"/>
        </a:solidFill>
        <a:latin typeface="Corbel" pitchFamily="34" charset="0"/>
        <a:ea typeface="+mn-ea"/>
        <a:cs typeface="+mn-cs"/>
      </a:defRPr>
    </a:lvl4pPr>
    <a:lvl5pPr marL="1828800" algn="l" rtl="0" eaLnBrk="0" fontAlgn="base" hangingPunct="0">
      <a:spcBef>
        <a:spcPct val="0"/>
      </a:spcBef>
      <a:spcAft>
        <a:spcPct val="0"/>
      </a:spcAft>
      <a:defRPr sz="6000" kern="1200">
        <a:solidFill>
          <a:schemeClr val="tx1"/>
        </a:solidFill>
        <a:latin typeface="Corbel" pitchFamily="34" charset="0"/>
        <a:ea typeface="+mn-ea"/>
        <a:cs typeface="+mn-cs"/>
      </a:defRPr>
    </a:lvl5pPr>
    <a:lvl6pPr marL="2286000" algn="l" defTabSz="914400" rtl="0" eaLnBrk="1" latinLnBrk="0" hangingPunct="1">
      <a:defRPr sz="6000" kern="1200">
        <a:solidFill>
          <a:schemeClr val="tx1"/>
        </a:solidFill>
        <a:latin typeface="Corbel" pitchFamily="34" charset="0"/>
        <a:ea typeface="+mn-ea"/>
        <a:cs typeface="+mn-cs"/>
      </a:defRPr>
    </a:lvl6pPr>
    <a:lvl7pPr marL="2743200" algn="l" defTabSz="914400" rtl="0" eaLnBrk="1" latinLnBrk="0" hangingPunct="1">
      <a:defRPr sz="6000" kern="1200">
        <a:solidFill>
          <a:schemeClr val="tx1"/>
        </a:solidFill>
        <a:latin typeface="Corbel" pitchFamily="34" charset="0"/>
        <a:ea typeface="+mn-ea"/>
        <a:cs typeface="+mn-cs"/>
      </a:defRPr>
    </a:lvl7pPr>
    <a:lvl8pPr marL="3200400" algn="l" defTabSz="914400" rtl="0" eaLnBrk="1" latinLnBrk="0" hangingPunct="1">
      <a:defRPr sz="6000" kern="1200">
        <a:solidFill>
          <a:schemeClr val="tx1"/>
        </a:solidFill>
        <a:latin typeface="Corbel" pitchFamily="34" charset="0"/>
        <a:ea typeface="+mn-ea"/>
        <a:cs typeface="+mn-cs"/>
      </a:defRPr>
    </a:lvl8pPr>
    <a:lvl9pPr marL="3657600" algn="l" defTabSz="914400" rtl="0" eaLnBrk="1" latinLnBrk="0" hangingPunct="1">
      <a:defRPr sz="6000" kern="1200">
        <a:solidFill>
          <a:schemeClr val="tx1"/>
        </a:solidFill>
        <a:latin typeface="Corbel"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6">
          <p15:clr>
            <a:srgbClr val="A4A3A4"/>
          </p15:clr>
        </p15:guide>
        <p15:guide id="2" pos="214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D00000"/>
    <a:srgbClr val="0000FF"/>
    <a:srgbClr val="3333FF"/>
    <a:srgbClr val="FFF0C1"/>
    <a:srgbClr val="D5FEC6"/>
    <a:srgbClr val="F0F0FF"/>
    <a:srgbClr val="FFA3A3"/>
    <a:srgbClr val="B9EDFF"/>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772" autoAdjust="0"/>
    <p:restoredTop sz="95020" autoAdjust="0"/>
  </p:normalViewPr>
  <p:slideViewPr>
    <p:cSldViewPr>
      <p:cViewPr varScale="1">
        <p:scale>
          <a:sx n="124" d="100"/>
          <a:sy n="124" d="100"/>
        </p:scale>
        <p:origin x="1392"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p:scale>
          <a:sx n="84" d="100"/>
          <a:sy n="84" d="100"/>
        </p:scale>
        <p:origin x="-3312" y="-288"/>
      </p:cViewPr>
      <p:guideLst>
        <p:guide orient="horz" pos="3126"/>
        <p:guide pos="214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2946247" cy="496572"/>
          </a:xfrm>
          <a:prstGeom prst="rect">
            <a:avLst/>
          </a:prstGeom>
          <a:noFill/>
          <a:ln w="9525">
            <a:noFill/>
            <a:miter lim="800000"/>
            <a:headEnd/>
            <a:tailEnd/>
          </a:ln>
          <a:effectLst/>
        </p:spPr>
        <p:txBody>
          <a:bodyPr vert="horz" wrap="square" lIns="92089" tIns="46045" rIns="92089" bIns="46045" numCol="1" anchor="t" anchorCtr="0" compatLnSpc="1">
            <a:prstTxWarp prst="textNoShape">
              <a:avLst/>
            </a:prstTxWarp>
          </a:bodyPr>
          <a:lstStyle>
            <a:lvl1pPr eaLnBrk="1" hangingPunct="1">
              <a:defRPr sz="1200"/>
            </a:lvl1pPr>
          </a:lstStyle>
          <a:p>
            <a:pPr>
              <a:defRPr/>
            </a:pPr>
            <a:endParaRPr lang="cs-CZ"/>
          </a:p>
        </p:txBody>
      </p:sp>
      <p:sp>
        <p:nvSpPr>
          <p:cNvPr id="23555" name="Rectangle 3"/>
          <p:cNvSpPr>
            <a:spLocks noGrp="1" noChangeArrowheads="1"/>
          </p:cNvSpPr>
          <p:nvPr>
            <p:ph type="dt" sz="quarter" idx="1"/>
          </p:nvPr>
        </p:nvSpPr>
        <p:spPr bwMode="auto">
          <a:xfrm>
            <a:off x="3849826" y="0"/>
            <a:ext cx="2946246" cy="496572"/>
          </a:xfrm>
          <a:prstGeom prst="rect">
            <a:avLst/>
          </a:prstGeom>
          <a:noFill/>
          <a:ln w="9525">
            <a:noFill/>
            <a:miter lim="800000"/>
            <a:headEnd/>
            <a:tailEnd/>
          </a:ln>
          <a:effectLst/>
        </p:spPr>
        <p:txBody>
          <a:bodyPr vert="horz" wrap="square" lIns="92089" tIns="46045" rIns="92089" bIns="46045" numCol="1" anchor="t" anchorCtr="0" compatLnSpc="1">
            <a:prstTxWarp prst="textNoShape">
              <a:avLst/>
            </a:prstTxWarp>
          </a:bodyPr>
          <a:lstStyle>
            <a:lvl1pPr algn="r" eaLnBrk="1" hangingPunct="1">
              <a:defRPr sz="1200"/>
            </a:lvl1pPr>
          </a:lstStyle>
          <a:p>
            <a:pPr>
              <a:defRPr/>
            </a:pPr>
            <a:endParaRPr lang="cs-CZ"/>
          </a:p>
        </p:txBody>
      </p:sp>
      <p:sp>
        <p:nvSpPr>
          <p:cNvPr id="23556" name="Rectangle 4"/>
          <p:cNvSpPr>
            <a:spLocks noGrp="1" noChangeArrowheads="1"/>
          </p:cNvSpPr>
          <p:nvPr>
            <p:ph type="ftr" sz="quarter" idx="2"/>
          </p:nvPr>
        </p:nvSpPr>
        <p:spPr bwMode="auto">
          <a:xfrm>
            <a:off x="0" y="9428470"/>
            <a:ext cx="2946247" cy="496571"/>
          </a:xfrm>
          <a:prstGeom prst="rect">
            <a:avLst/>
          </a:prstGeom>
          <a:noFill/>
          <a:ln w="9525">
            <a:noFill/>
            <a:miter lim="800000"/>
            <a:headEnd/>
            <a:tailEnd/>
          </a:ln>
          <a:effectLst/>
        </p:spPr>
        <p:txBody>
          <a:bodyPr vert="horz" wrap="square" lIns="92089" tIns="46045" rIns="92089" bIns="46045" numCol="1" anchor="b" anchorCtr="0" compatLnSpc="1">
            <a:prstTxWarp prst="textNoShape">
              <a:avLst/>
            </a:prstTxWarp>
          </a:bodyPr>
          <a:lstStyle>
            <a:lvl1pPr eaLnBrk="1" hangingPunct="1">
              <a:defRPr sz="1200"/>
            </a:lvl1pPr>
          </a:lstStyle>
          <a:p>
            <a:pPr>
              <a:defRPr/>
            </a:pPr>
            <a:r>
              <a:rPr lang="cs-CZ"/>
              <a:t>Text zápapatí se edituje v menu Zobrazit / Záhlaví a zápatí</a:t>
            </a:r>
          </a:p>
        </p:txBody>
      </p:sp>
      <p:sp>
        <p:nvSpPr>
          <p:cNvPr id="23557" name="Rectangle 5"/>
          <p:cNvSpPr>
            <a:spLocks noGrp="1" noChangeArrowheads="1"/>
          </p:cNvSpPr>
          <p:nvPr>
            <p:ph type="sldNum" sz="quarter" idx="3"/>
          </p:nvPr>
        </p:nvSpPr>
        <p:spPr bwMode="auto">
          <a:xfrm>
            <a:off x="3849826" y="9428470"/>
            <a:ext cx="2946246" cy="496571"/>
          </a:xfrm>
          <a:prstGeom prst="rect">
            <a:avLst/>
          </a:prstGeom>
          <a:noFill/>
          <a:ln w="9525">
            <a:noFill/>
            <a:miter lim="800000"/>
            <a:headEnd/>
            <a:tailEnd/>
          </a:ln>
          <a:effectLst/>
        </p:spPr>
        <p:txBody>
          <a:bodyPr vert="horz" wrap="square" lIns="92089" tIns="46045" rIns="92089" bIns="46045" numCol="1" anchor="b" anchorCtr="0" compatLnSpc="1">
            <a:prstTxWarp prst="textNoShape">
              <a:avLst/>
            </a:prstTxWarp>
          </a:bodyPr>
          <a:lstStyle>
            <a:lvl1pPr algn="r" eaLnBrk="1" hangingPunct="1">
              <a:defRPr sz="1200"/>
            </a:lvl1pPr>
          </a:lstStyle>
          <a:p>
            <a:fld id="{5D30C195-D82B-42D0-873D-C7201A95A005}" type="slidenum">
              <a:rPr lang="cs-CZ" altLang="cs-CZ"/>
              <a:pPr/>
              <a:t>‹#›</a:t>
            </a:fld>
            <a:endParaRPr lang="cs-CZ" altLang="cs-CZ"/>
          </a:p>
        </p:txBody>
      </p:sp>
    </p:spTree>
    <p:extLst>
      <p:ext uri="{BB962C8B-B14F-4D97-AF65-F5344CB8AC3E}">
        <p14:creationId xmlns:p14="http://schemas.microsoft.com/office/powerpoint/2010/main" val="5593214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Rectangle 2"/>
          <p:cNvSpPr>
            <a:spLocks noGrp="1" noChangeArrowheads="1"/>
          </p:cNvSpPr>
          <p:nvPr>
            <p:ph type="hdr" sz="quarter"/>
          </p:nvPr>
        </p:nvSpPr>
        <p:spPr bwMode="auto">
          <a:xfrm>
            <a:off x="0" y="0"/>
            <a:ext cx="2946247" cy="496572"/>
          </a:xfrm>
          <a:prstGeom prst="rect">
            <a:avLst/>
          </a:prstGeom>
          <a:noFill/>
          <a:ln w="9525">
            <a:noFill/>
            <a:miter lim="800000"/>
            <a:headEnd/>
            <a:tailEnd/>
          </a:ln>
          <a:effectLst/>
        </p:spPr>
        <p:txBody>
          <a:bodyPr vert="horz" wrap="square" lIns="92089" tIns="46045" rIns="92089" bIns="46045" numCol="1" anchor="t" anchorCtr="0" compatLnSpc="1">
            <a:prstTxWarp prst="textNoShape">
              <a:avLst/>
            </a:prstTxWarp>
          </a:bodyPr>
          <a:lstStyle>
            <a:lvl1pPr eaLnBrk="1" hangingPunct="1">
              <a:defRPr sz="1200"/>
            </a:lvl1pPr>
          </a:lstStyle>
          <a:p>
            <a:pPr>
              <a:defRPr/>
            </a:pPr>
            <a:endParaRPr lang="cs-CZ"/>
          </a:p>
        </p:txBody>
      </p:sp>
      <p:sp>
        <p:nvSpPr>
          <p:cNvPr id="21507" name="Rectangle 3"/>
          <p:cNvSpPr>
            <a:spLocks noGrp="1" noChangeArrowheads="1"/>
          </p:cNvSpPr>
          <p:nvPr>
            <p:ph type="dt" idx="1"/>
          </p:nvPr>
        </p:nvSpPr>
        <p:spPr bwMode="auto">
          <a:xfrm>
            <a:off x="3849826" y="0"/>
            <a:ext cx="2946246" cy="496572"/>
          </a:xfrm>
          <a:prstGeom prst="rect">
            <a:avLst/>
          </a:prstGeom>
          <a:noFill/>
          <a:ln w="9525">
            <a:noFill/>
            <a:miter lim="800000"/>
            <a:headEnd/>
            <a:tailEnd/>
          </a:ln>
          <a:effectLst/>
        </p:spPr>
        <p:txBody>
          <a:bodyPr vert="horz" wrap="square" lIns="92089" tIns="46045" rIns="92089" bIns="46045" numCol="1" anchor="t" anchorCtr="0" compatLnSpc="1">
            <a:prstTxWarp prst="textNoShape">
              <a:avLst/>
            </a:prstTxWarp>
          </a:bodyPr>
          <a:lstStyle>
            <a:lvl1pPr algn="r" eaLnBrk="1" hangingPunct="1">
              <a:defRPr sz="1200"/>
            </a:lvl1pPr>
          </a:lstStyle>
          <a:p>
            <a:pPr>
              <a:defRPr/>
            </a:pPr>
            <a:endParaRPr lang="cs-CZ"/>
          </a:p>
        </p:txBody>
      </p:sp>
      <p:sp>
        <p:nvSpPr>
          <p:cNvPr id="3076" name="Rectangle 4"/>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headEnd/>
            <a:tailEnd/>
          </a:ln>
        </p:spPr>
      </p:sp>
      <p:sp>
        <p:nvSpPr>
          <p:cNvPr id="21509" name="Rectangle 5"/>
          <p:cNvSpPr>
            <a:spLocks noGrp="1" noChangeArrowheads="1"/>
          </p:cNvSpPr>
          <p:nvPr>
            <p:ph type="body" sz="quarter" idx="3"/>
          </p:nvPr>
        </p:nvSpPr>
        <p:spPr bwMode="auto">
          <a:xfrm>
            <a:off x="679288" y="4715034"/>
            <a:ext cx="5439101" cy="4467546"/>
          </a:xfrm>
          <a:prstGeom prst="rect">
            <a:avLst/>
          </a:prstGeom>
          <a:noFill/>
          <a:ln w="9525">
            <a:noFill/>
            <a:miter lim="800000"/>
            <a:headEnd/>
            <a:tailEnd/>
          </a:ln>
          <a:effectLst/>
        </p:spPr>
        <p:txBody>
          <a:bodyPr vert="horz" wrap="square" lIns="92089" tIns="46045" rIns="92089" bIns="46045" numCol="1" anchor="t" anchorCtr="0" compatLnSpc="1">
            <a:prstTxWarp prst="textNoShape">
              <a:avLst/>
            </a:prstTxWarp>
          </a:bodyPr>
          <a:lstStyle/>
          <a:p>
            <a:pPr lvl="0"/>
            <a:r>
              <a:rPr lang="cs-CZ" noProof="0"/>
              <a:t>Klepnutím lze upravit styly předlohy textu.</a:t>
            </a:r>
          </a:p>
          <a:p>
            <a:pPr lvl="1"/>
            <a:r>
              <a:rPr lang="cs-CZ" noProof="0"/>
              <a:t>Druhá úroveň</a:t>
            </a:r>
          </a:p>
          <a:p>
            <a:pPr lvl="2"/>
            <a:r>
              <a:rPr lang="cs-CZ" noProof="0"/>
              <a:t>Třetí úroveň</a:t>
            </a:r>
          </a:p>
          <a:p>
            <a:pPr lvl="3"/>
            <a:r>
              <a:rPr lang="cs-CZ" noProof="0"/>
              <a:t>Čtvrtá úroveň</a:t>
            </a:r>
          </a:p>
          <a:p>
            <a:pPr lvl="4"/>
            <a:r>
              <a:rPr lang="cs-CZ" noProof="0"/>
              <a:t>Pátá úroveň</a:t>
            </a:r>
          </a:p>
        </p:txBody>
      </p:sp>
      <p:sp>
        <p:nvSpPr>
          <p:cNvPr id="21511" name="Rectangle 7"/>
          <p:cNvSpPr>
            <a:spLocks noGrp="1" noChangeArrowheads="1"/>
          </p:cNvSpPr>
          <p:nvPr>
            <p:ph type="sldNum" sz="quarter" idx="5"/>
          </p:nvPr>
        </p:nvSpPr>
        <p:spPr bwMode="auto">
          <a:xfrm>
            <a:off x="3849826" y="9428470"/>
            <a:ext cx="2946246" cy="496571"/>
          </a:xfrm>
          <a:prstGeom prst="rect">
            <a:avLst/>
          </a:prstGeom>
          <a:noFill/>
          <a:ln w="9525">
            <a:noFill/>
            <a:miter lim="800000"/>
            <a:headEnd/>
            <a:tailEnd/>
          </a:ln>
          <a:effectLst/>
        </p:spPr>
        <p:txBody>
          <a:bodyPr vert="horz" wrap="square" lIns="92089" tIns="46045" rIns="92089" bIns="46045" numCol="1" anchor="b" anchorCtr="0" compatLnSpc="1">
            <a:prstTxWarp prst="textNoShape">
              <a:avLst/>
            </a:prstTxWarp>
          </a:bodyPr>
          <a:lstStyle>
            <a:lvl1pPr algn="r" eaLnBrk="1" hangingPunct="1">
              <a:defRPr sz="1200"/>
            </a:lvl1pPr>
          </a:lstStyle>
          <a:p>
            <a:fld id="{C3C3C353-D8FC-4AB4-BA06-74625F03E376}" type="slidenum">
              <a:rPr lang="cs-CZ" altLang="cs-CZ"/>
              <a:pPr/>
              <a:t>‹#›</a:t>
            </a:fld>
            <a:endParaRPr lang="cs-CZ" altLang="cs-CZ"/>
          </a:p>
        </p:txBody>
      </p:sp>
    </p:spTree>
    <p:extLst>
      <p:ext uri="{BB962C8B-B14F-4D97-AF65-F5344CB8AC3E}">
        <p14:creationId xmlns:p14="http://schemas.microsoft.com/office/powerpoint/2010/main" val="3648786453"/>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Corbe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orbe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orbe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orbe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orbe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Zástupný symbol pro obrázek snímku 1"/>
          <p:cNvSpPr>
            <a:spLocks noGrp="1" noRot="1" noChangeAspect="1" noTextEdit="1"/>
          </p:cNvSpPr>
          <p:nvPr>
            <p:ph type="sldImg"/>
          </p:nvPr>
        </p:nvSpPr>
        <p:spPr>
          <a:ln/>
        </p:spPr>
      </p:sp>
      <p:sp>
        <p:nvSpPr>
          <p:cNvPr id="6147" name="Zástupný symbol pro poznámky 2"/>
          <p:cNvSpPr>
            <a:spLocks noGrp="1"/>
          </p:cNvSpPr>
          <p:nvPr>
            <p:ph type="body" idx="1"/>
          </p:nvPr>
        </p:nvSpPr>
        <p:spPr>
          <a:noFill/>
          <a:ln/>
        </p:spPr>
        <p:txBody>
          <a:bodyPr/>
          <a:lstStyle/>
          <a:p>
            <a:endParaRPr lang="cs-CZ" altLang="cs-CZ"/>
          </a:p>
        </p:txBody>
      </p:sp>
      <p:sp>
        <p:nvSpPr>
          <p:cNvPr id="6148" name="Zástupný symbol pro číslo snímku 3"/>
          <p:cNvSpPr>
            <a:spLocks noGrp="1"/>
          </p:cNvSpPr>
          <p:nvPr>
            <p:ph type="sldNum" sz="quarter" idx="5"/>
          </p:nvPr>
        </p:nvSpPr>
        <p:spPr>
          <a:noFill/>
        </p:spPr>
        <p:txBody>
          <a:bodyPr/>
          <a:lstStyle/>
          <a:p>
            <a:fld id="{E7C08891-17AB-4D8E-9570-6D53C4105678}" type="slidenum">
              <a:rPr lang="cs-CZ" altLang="cs-CZ"/>
              <a:pPr/>
              <a:t>1</a:t>
            </a:fld>
            <a:endParaRPr lang="cs-CZ" altLang="cs-CZ"/>
          </a:p>
        </p:txBody>
      </p:sp>
    </p:spTree>
    <p:extLst>
      <p:ext uri="{BB962C8B-B14F-4D97-AF65-F5344CB8AC3E}">
        <p14:creationId xmlns:p14="http://schemas.microsoft.com/office/powerpoint/2010/main" val="3483320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p:spPr>
        <p:txBody>
          <a:bodyPr/>
          <a:lstStyle/>
          <a:p>
            <a:fld id="{CCB6D57B-DF40-4813-8128-C665FCEA36E5}" type="slidenum">
              <a:rPr lang="cs-CZ" altLang="cs-CZ"/>
              <a:pPr/>
              <a:t>2</a:t>
            </a:fld>
            <a:endParaRPr lang="cs-CZ" altLang="cs-CZ"/>
          </a:p>
        </p:txBody>
      </p:sp>
      <p:sp>
        <p:nvSpPr>
          <p:cNvPr id="8195" name="Rectangle 2"/>
          <p:cNvSpPr>
            <a:spLocks noGrp="1" noRot="1" noChangeAspect="1" noChangeArrowheads="1" noTextEdit="1"/>
          </p:cNvSpPr>
          <p:nvPr>
            <p:ph type="sldImg"/>
          </p:nvPr>
        </p:nvSpPr>
        <p:spPr>
          <a:ln/>
        </p:spPr>
      </p:sp>
      <p:sp>
        <p:nvSpPr>
          <p:cNvPr id="8196" name="Rectangle 3"/>
          <p:cNvSpPr>
            <a:spLocks noGrp="1" noChangeArrowheads="1"/>
          </p:cNvSpPr>
          <p:nvPr>
            <p:ph type="body" idx="1"/>
          </p:nvPr>
        </p:nvSpPr>
        <p:spPr>
          <a:noFill/>
          <a:ln/>
        </p:spPr>
        <p:txBody>
          <a:bodyPr/>
          <a:lstStyle/>
          <a:p>
            <a:pPr eaLnBrk="1" hangingPunct="1"/>
            <a:endParaRPr lang="cs-CZ" altLang="cs-CZ"/>
          </a:p>
        </p:txBody>
      </p:sp>
    </p:spTree>
    <p:extLst>
      <p:ext uri="{BB962C8B-B14F-4D97-AF65-F5344CB8AC3E}">
        <p14:creationId xmlns:p14="http://schemas.microsoft.com/office/powerpoint/2010/main" val="12515933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p:spPr>
        <p:txBody>
          <a:bodyPr/>
          <a:lstStyle/>
          <a:p>
            <a:fld id="{CCB6D57B-DF40-4813-8128-C665FCEA36E5}" type="slidenum">
              <a:rPr lang="cs-CZ" altLang="cs-CZ"/>
              <a:pPr/>
              <a:t>3</a:t>
            </a:fld>
            <a:endParaRPr lang="cs-CZ" altLang="cs-CZ"/>
          </a:p>
        </p:txBody>
      </p:sp>
      <p:sp>
        <p:nvSpPr>
          <p:cNvPr id="8195" name="Rectangle 2"/>
          <p:cNvSpPr>
            <a:spLocks noGrp="1" noRot="1" noChangeAspect="1" noChangeArrowheads="1" noTextEdit="1"/>
          </p:cNvSpPr>
          <p:nvPr>
            <p:ph type="sldImg"/>
          </p:nvPr>
        </p:nvSpPr>
        <p:spPr>
          <a:ln/>
        </p:spPr>
      </p:sp>
      <p:sp>
        <p:nvSpPr>
          <p:cNvPr id="8196" name="Rectangle 3"/>
          <p:cNvSpPr>
            <a:spLocks noGrp="1" noChangeArrowheads="1"/>
          </p:cNvSpPr>
          <p:nvPr>
            <p:ph type="body" idx="1"/>
          </p:nvPr>
        </p:nvSpPr>
        <p:spPr>
          <a:noFill/>
          <a:ln/>
        </p:spPr>
        <p:txBody>
          <a:bodyPr/>
          <a:lstStyle/>
          <a:p>
            <a:pPr eaLnBrk="1" hangingPunct="1"/>
            <a:endParaRPr lang="cs-CZ" altLang="cs-CZ"/>
          </a:p>
        </p:txBody>
      </p:sp>
    </p:spTree>
    <p:extLst>
      <p:ext uri="{BB962C8B-B14F-4D97-AF65-F5344CB8AC3E}">
        <p14:creationId xmlns:p14="http://schemas.microsoft.com/office/powerpoint/2010/main" val="7591208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p:spPr>
        <p:txBody>
          <a:bodyPr/>
          <a:lstStyle/>
          <a:p>
            <a:fld id="{CCB6D57B-DF40-4813-8128-C665FCEA36E5}" type="slidenum">
              <a:rPr lang="cs-CZ" altLang="cs-CZ"/>
              <a:pPr/>
              <a:t>4</a:t>
            </a:fld>
            <a:endParaRPr lang="cs-CZ" altLang="cs-CZ"/>
          </a:p>
        </p:txBody>
      </p:sp>
      <p:sp>
        <p:nvSpPr>
          <p:cNvPr id="8195" name="Rectangle 2"/>
          <p:cNvSpPr>
            <a:spLocks noGrp="1" noRot="1" noChangeAspect="1" noChangeArrowheads="1" noTextEdit="1"/>
          </p:cNvSpPr>
          <p:nvPr>
            <p:ph type="sldImg"/>
          </p:nvPr>
        </p:nvSpPr>
        <p:spPr>
          <a:ln/>
        </p:spPr>
      </p:sp>
      <p:sp>
        <p:nvSpPr>
          <p:cNvPr id="8196" name="Rectangle 3"/>
          <p:cNvSpPr>
            <a:spLocks noGrp="1" noChangeArrowheads="1"/>
          </p:cNvSpPr>
          <p:nvPr>
            <p:ph type="body" idx="1"/>
          </p:nvPr>
        </p:nvSpPr>
        <p:spPr>
          <a:noFill/>
          <a:ln/>
        </p:spPr>
        <p:txBody>
          <a:bodyPr/>
          <a:lstStyle/>
          <a:p>
            <a:pPr eaLnBrk="1" hangingPunct="1"/>
            <a:endParaRPr lang="cs-CZ" altLang="cs-CZ"/>
          </a:p>
        </p:txBody>
      </p:sp>
    </p:spTree>
    <p:extLst>
      <p:ext uri="{BB962C8B-B14F-4D97-AF65-F5344CB8AC3E}">
        <p14:creationId xmlns:p14="http://schemas.microsoft.com/office/powerpoint/2010/main" val="16447796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p:spPr>
        <p:txBody>
          <a:bodyPr/>
          <a:lstStyle/>
          <a:p>
            <a:fld id="{CCB6D57B-DF40-4813-8128-C665FCEA36E5}" type="slidenum">
              <a:rPr lang="cs-CZ" altLang="cs-CZ"/>
              <a:pPr/>
              <a:t>5</a:t>
            </a:fld>
            <a:endParaRPr lang="cs-CZ" altLang="cs-CZ"/>
          </a:p>
        </p:txBody>
      </p:sp>
      <p:sp>
        <p:nvSpPr>
          <p:cNvPr id="8195" name="Rectangle 2"/>
          <p:cNvSpPr>
            <a:spLocks noGrp="1" noRot="1" noChangeAspect="1" noChangeArrowheads="1" noTextEdit="1"/>
          </p:cNvSpPr>
          <p:nvPr>
            <p:ph type="sldImg"/>
          </p:nvPr>
        </p:nvSpPr>
        <p:spPr>
          <a:ln/>
        </p:spPr>
      </p:sp>
      <p:sp>
        <p:nvSpPr>
          <p:cNvPr id="8196" name="Rectangle 3"/>
          <p:cNvSpPr>
            <a:spLocks noGrp="1" noChangeArrowheads="1"/>
          </p:cNvSpPr>
          <p:nvPr>
            <p:ph type="body" idx="1"/>
          </p:nvPr>
        </p:nvSpPr>
        <p:spPr>
          <a:noFill/>
          <a:ln/>
        </p:spPr>
        <p:txBody>
          <a:bodyPr/>
          <a:lstStyle/>
          <a:p>
            <a:pPr eaLnBrk="1" hangingPunct="1"/>
            <a:endParaRPr lang="cs-CZ" altLang="cs-CZ"/>
          </a:p>
        </p:txBody>
      </p:sp>
    </p:spTree>
    <p:extLst>
      <p:ext uri="{BB962C8B-B14F-4D97-AF65-F5344CB8AC3E}">
        <p14:creationId xmlns:p14="http://schemas.microsoft.com/office/powerpoint/2010/main" val="1332423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p:spPr>
        <p:txBody>
          <a:bodyPr/>
          <a:lstStyle/>
          <a:p>
            <a:fld id="{CCB6D57B-DF40-4813-8128-C665FCEA36E5}" type="slidenum">
              <a:rPr lang="cs-CZ" altLang="cs-CZ"/>
              <a:pPr/>
              <a:t>6</a:t>
            </a:fld>
            <a:endParaRPr lang="cs-CZ" altLang="cs-CZ"/>
          </a:p>
        </p:txBody>
      </p:sp>
      <p:sp>
        <p:nvSpPr>
          <p:cNvPr id="8195" name="Rectangle 2"/>
          <p:cNvSpPr>
            <a:spLocks noGrp="1" noRot="1" noChangeAspect="1" noChangeArrowheads="1" noTextEdit="1"/>
          </p:cNvSpPr>
          <p:nvPr>
            <p:ph type="sldImg"/>
          </p:nvPr>
        </p:nvSpPr>
        <p:spPr>
          <a:ln/>
        </p:spPr>
      </p:sp>
      <p:sp>
        <p:nvSpPr>
          <p:cNvPr id="8196" name="Rectangle 3"/>
          <p:cNvSpPr>
            <a:spLocks noGrp="1" noChangeArrowheads="1"/>
          </p:cNvSpPr>
          <p:nvPr>
            <p:ph type="body" idx="1"/>
          </p:nvPr>
        </p:nvSpPr>
        <p:spPr>
          <a:noFill/>
          <a:ln/>
        </p:spPr>
        <p:txBody>
          <a:bodyPr/>
          <a:lstStyle/>
          <a:p>
            <a:pPr eaLnBrk="1" hangingPunct="1"/>
            <a:endParaRPr lang="cs-CZ" altLang="cs-CZ"/>
          </a:p>
        </p:txBody>
      </p:sp>
    </p:spTree>
    <p:extLst>
      <p:ext uri="{BB962C8B-B14F-4D97-AF65-F5344CB8AC3E}">
        <p14:creationId xmlns:p14="http://schemas.microsoft.com/office/powerpoint/2010/main" val="7075496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p:spPr>
        <p:txBody>
          <a:bodyPr/>
          <a:lstStyle/>
          <a:p>
            <a:fld id="{CCB6D57B-DF40-4813-8128-C665FCEA36E5}" type="slidenum">
              <a:rPr lang="cs-CZ" altLang="cs-CZ"/>
              <a:pPr/>
              <a:t>7</a:t>
            </a:fld>
            <a:endParaRPr lang="cs-CZ" altLang="cs-CZ"/>
          </a:p>
        </p:txBody>
      </p:sp>
      <p:sp>
        <p:nvSpPr>
          <p:cNvPr id="8195" name="Rectangle 2"/>
          <p:cNvSpPr>
            <a:spLocks noGrp="1" noRot="1" noChangeAspect="1" noChangeArrowheads="1" noTextEdit="1"/>
          </p:cNvSpPr>
          <p:nvPr>
            <p:ph type="sldImg"/>
          </p:nvPr>
        </p:nvSpPr>
        <p:spPr>
          <a:ln/>
        </p:spPr>
      </p:sp>
      <p:sp>
        <p:nvSpPr>
          <p:cNvPr id="8196" name="Rectangle 3"/>
          <p:cNvSpPr>
            <a:spLocks noGrp="1" noChangeArrowheads="1"/>
          </p:cNvSpPr>
          <p:nvPr>
            <p:ph type="body" idx="1"/>
          </p:nvPr>
        </p:nvSpPr>
        <p:spPr>
          <a:noFill/>
          <a:ln/>
        </p:spPr>
        <p:txBody>
          <a:bodyPr/>
          <a:lstStyle/>
          <a:p>
            <a:pPr eaLnBrk="1" hangingPunct="1"/>
            <a:endParaRPr lang="cs-CZ" altLang="cs-CZ"/>
          </a:p>
        </p:txBody>
      </p:sp>
    </p:spTree>
    <p:extLst>
      <p:ext uri="{BB962C8B-B14F-4D97-AF65-F5344CB8AC3E}">
        <p14:creationId xmlns:p14="http://schemas.microsoft.com/office/powerpoint/2010/main" val="15793595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p:spPr>
        <p:txBody>
          <a:bodyPr/>
          <a:lstStyle/>
          <a:p>
            <a:fld id="{CCB6D57B-DF40-4813-8128-C665FCEA36E5}" type="slidenum">
              <a:rPr lang="cs-CZ" altLang="cs-CZ"/>
              <a:pPr/>
              <a:t>8</a:t>
            </a:fld>
            <a:endParaRPr lang="cs-CZ" altLang="cs-CZ"/>
          </a:p>
        </p:txBody>
      </p:sp>
      <p:sp>
        <p:nvSpPr>
          <p:cNvPr id="8195" name="Rectangle 2"/>
          <p:cNvSpPr>
            <a:spLocks noGrp="1" noRot="1" noChangeAspect="1" noChangeArrowheads="1" noTextEdit="1"/>
          </p:cNvSpPr>
          <p:nvPr>
            <p:ph type="sldImg"/>
          </p:nvPr>
        </p:nvSpPr>
        <p:spPr>
          <a:ln/>
        </p:spPr>
      </p:sp>
      <p:sp>
        <p:nvSpPr>
          <p:cNvPr id="8196" name="Rectangle 3"/>
          <p:cNvSpPr>
            <a:spLocks noGrp="1" noChangeArrowheads="1"/>
          </p:cNvSpPr>
          <p:nvPr>
            <p:ph type="body" idx="1"/>
          </p:nvPr>
        </p:nvSpPr>
        <p:spPr>
          <a:noFill/>
          <a:ln/>
        </p:spPr>
        <p:txBody>
          <a:bodyPr/>
          <a:lstStyle/>
          <a:p>
            <a:pPr eaLnBrk="1" hangingPunct="1"/>
            <a:endParaRPr lang="cs-CZ" altLang="cs-CZ"/>
          </a:p>
        </p:txBody>
      </p:sp>
    </p:spTree>
    <p:extLst>
      <p:ext uri="{BB962C8B-B14F-4D97-AF65-F5344CB8AC3E}">
        <p14:creationId xmlns:p14="http://schemas.microsoft.com/office/powerpoint/2010/main" val="13095210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p:spPr>
        <p:txBody>
          <a:bodyPr/>
          <a:lstStyle/>
          <a:p>
            <a:fld id="{CCB6D57B-DF40-4813-8128-C665FCEA36E5}" type="slidenum">
              <a:rPr lang="cs-CZ" altLang="cs-CZ"/>
              <a:pPr/>
              <a:t>9</a:t>
            </a:fld>
            <a:endParaRPr lang="cs-CZ" altLang="cs-CZ"/>
          </a:p>
        </p:txBody>
      </p:sp>
      <p:sp>
        <p:nvSpPr>
          <p:cNvPr id="8195" name="Rectangle 2"/>
          <p:cNvSpPr>
            <a:spLocks noGrp="1" noRot="1" noChangeAspect="1" noChangeArrowheads="1" noTextEdit="1"/>
          </p:cNvSpPr>
          <p:nvPr>
            <p:ph type="sldImg"/>
          </p:nvPr>
        </p:nvSpPr>
        <p:spPr>
          <a:ln/>
        </p:spPr>
      </p:sp>
      <p:sp>
        <p:nvSpPr>
          <p:cNvPr id="8196" name="Rectangle 3"/>
          <p:cNvSpPr>
            <a:spLocks noGrp="1" noChangeArrowheads="1"/>
          </p:cNvSpPr>
          <p:nvPr>
            <p:ph type="body" idx="1"/>
          </p:nvPr>
        </p:nvSpPr>
        <p:spPr>
          <a:noFill/>
          <a:ln/>
        </p:spPr>
        <p:txBody>
          <a:bodyPr/>
          <a:lstStyle/>
          <a:p>
            <a:pPr eaLnBrk="1" hangingPunct="1"/>
            <a:endParaRPr lang="cs-CZ" altLang="cs-CZ"/>
          </a:p>
        </p:txBody>
      </p:sp>
    </p:spTree>
    <p:extLst>
      <p:ext uri="{BB962C8B-B14F-4D97-AF65-F5344CB8AC3E}">
        <p14:creationId xmlns:p14="http://schemas.microsoft.com/office/powerpoint/2010/main" val="24193394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p:spPr>
        <p:txBody>
          <a:bodyPr/>
          <a:lstStyle/>
          <a:p>
            <a:fld id="{CCB6D57B-DF40-4813-8128-C665FCEA36E5}" type="slidenum">
              <a:rPr lang="cs-CZ" altLang="cs-CZ"/>
              <a:pPr/>
              <a:t>10</a:t>
            </a:fld>
            <a:endParaRPr lang="cs-CZ" altLang="cs-CZ"/>
          </a:p>
        </p:txBody>
      </p:sp>
      <p:sp>
        <p:nvSpPr>
          <p:cNvPr id="8195" name="Rectangle 2"/>
          <p:cNvSpPr>
            <a:spLocks noGrp="1" noRot="1" noChangeAspect="1" noChangeArrowheads="1" noTextEdit="1"/>
          </p:cNvSpPr>
          <p:nvPr>
            <p:ph type="sldImg"/>
          </p:nvPr>
        </p:nvSpPr>
        <p:spPr>
          <a:ln/>
        </p:spPr>
      </p:sp>
      <p:sp>
        <p:nvSpPr>
          <p:cNvPr id="8196" name="Rectangle 3"/>
          <p:cNvSpPr>
            <a:spLocks noGrp="1" noChangeArrowheads="1"/>
          </p:cNvSpPr>
          <p:nvPr>
            <p:ph type="body" idx="1"/>
          </p:nvPr>
        </p:nvSpPr>
        <p:spPr>
          <a:noFill/>
          <a:ln/>
        </p:spPr>
        <p:txBody>
          <a:bodyPr/>
          <a:lstStyle/>
          <a:p>
            <a:pPr eaLnBrk="1" hangingPunct="1"/>
            <a:endParaRPr lang="cs-CZ" altLang="cs-CZ"/>
          </a:p>
        </p:txBody>
      </p:sp>
    </p:spTree>
    <p:extLst>
      <p:ext uri="{BB962C8B-B14F-4D97-AF65-F5344CB8AC3E}">
        <p14:creationId xmlns:p14="http://schemas.microsoft.com/office/powerpoint/2010/main" val="39695214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p:spPr>
        <p:txBody>
          <a:bodyPr/>
          <a:lstStyle/>
          <a:p>
            <a:fld id="{CCB6D57B-DF40-4813-8128-C665FCEA36E5}" type="slidenum">
              <a:rPr lang="cs-CZ" altLang="cs-CZ"/>
              <a:pPr/>
              <a:t>11</a:t>
            </a:fld>
            <a:endParaRPr lang="cs-CZ" altLang="cs-CZ"/>
          </a:p>
        </p:txBody>
      </p:sp>
      <p:sp>
        <p:nvSpPr>
          <p:cNvPr id="8195" name="Rectangle 2"/>
          <p:cNvSpPr>
            <a:spLocks noGrp="1" noRot="1" noChangeAspect="1" noChangeArrowheads="1" noTextEdit="1"/>
          </p:cNvSpPr>
          <p:nvPr>
            <p:ph type="sldImg"/>
          </p:nvPr>
        </p:nvSpPr>
        <p:spPr>
          <a:ln/>
        </p:spPr>
      </p:sp>
      <p:sp>
        <p:nvSpPr>
          <p:cNvPr id="8196" name="Rectangle 3"/>
          <p:cNvSpPr>
            <a:spLocks noGrp="1" noChangeArrowheads="1"/>
          </p:cNvSpPr>
          <p:nvPr>
            <p:ph type="body" idx="1"/>
          </p:nvPr>
        </p:nvSpPr>
        <p:spPr>
          <a:noFill/>
          <a:ln/>
        </p:spPr>
        <p:txBody>
          <a:bodyPr/>
          <a:lstStyle/>
          <a:p>
            <a:pPr eaLnBrk="1" hangingPunct="1"/>
            <a:endParaRPr lang="cs-CZ" altLang="cs-CZ"/>
          </a:p>
        </p:txBody>
      </p:sp>
    </p:spTree>
    <p:extLst>
      <p:ext uri="{BB962C8B-B14F-4D97-AF65-F5344CB8AC3E}">
        <p14:creationId xmlns:p14="http://schemas.microsoft.com/office/powerpoint/2010/main" val="1457780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p:spPr>
        <p:txBody>
          <a:bodyPr/>
          <a:lstStyle/>
          <a:p>
            <a:fld id="{CCB6D57B-DF40-4813-8128-C665FCEA36E5}" type="slidenum">
              <a:rPr lang="cs-CZ" altLang="cs-CZ"/>
              <a:pPr/>
              <a:t>12</a:t>
            </a:fld>
            <a:endParaRPr lang="cs-CZ" altLang="cs-CZ"/>
          </a:p>
        </p:txBody>
      </p:sp>
      <p:sp>
        <p:nvSpPr>
          <p:cNvPr id="8195" name="Rectangle 2"/>
          <p:cNvSpPr>
            <a:spLocks noGrp="1" noRot="1" noChangeAspect="1" noChangeArrowheads="1" noTextEdit="1"/>
          </p:cNvSpPr>
          <p:nvPr>
            <p:ph type="sldImg"/>
          </p:nvPr>
        </p:nvSpPr>
        <p:spPr>
          <a:ln/>
        </p:spPr>
      </p:sp>
      <p:sp>
        <p:nvSpPr>
          <p:cNvPr id="8196" name="Rectangle 3"/>
          <p:cNvSpPr>
            <a:spLocks noGrp="1" noChangeArrowheads="1"/>
          </p:cNvSpPr>
          <p:nvPr>
            <p:ph type="body" idx="1"/>
          </p:nvPr>
        </p:nvSpPr>
        <p:spPr>
          <a:noFill/>
          <a:ln/>
        </p:spPr>
        <p:txBody>
          <a:bodyPr/>
          <a:lstStyle/>
          <a:p>
            <a:pPr eaLnBrk="1" hangingPunct="1"/>
            <a:endParaRPr lang="cs-CZ" altLang="cs-CZ"/>
          </a:p>
        </p:txBody>
      </p:sp>
    </p:spTree>
    <p:extLst>
      <p:ext uri="{BB962C8B-B14F-4D97-AF65-F5344CB8AC3E}">
        <p14:creationId xmlns:p14="http://schemas.microsoft.com/office/powerpoint/2010/main" val="4132887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p:spPr>
        <p:txBody>
          <a:bodyPr/>
          <a:lstStyle/>
          <a:p>
            <a:fld id="{CCB6D57B-DF40-4813-8128-C665FCEA36E5}" type="slidenum">
              <a:rPr lang="cs-CZ" altLang="cs-CZ"/>
              <a:pPr/>
              <a:t>13</a:t>
            </a:fld>
            <a:endParaRPr lang="cs-CZ" altLang="cs-CZ"/>
          </a:p>
        </p:txBody>
      </p:sp>
      <p:sp>
        <p:nvSpPr>
          <p:cNvPr id="8195" name="Rectangle 2"/>
          <p:cNvSpPr>
            <a:spLocks noGrp="1" noRot="1" noChangeAspect="1" noChangeArrowheads="1" noTextEdit="1"/>
          </p:cNvSpPr>
          <p:nvPr>
            <p:ph type="sldImg"/>
          </p:nvPr>
        </p:nvSpPr>
        <p:spPr>
          <a:ln/>
        </p:spPr>
      </p:sp>
      <p:sp>
        <p:nvSpPr>
          <p:cNvPr id="8196" name="Rectangle 3"/>
          <p:cNvSpPr>
            <a:spLocks noGrp="1" noChangeArrowheads="1"/>
          </p:cNvSpPr>
          <p:nvPr>
            <p:ph type="body" idx="1"/>
          </p:nvPr>
        </p:nvSpPr>
        <p:spPr>
          <a:noFill/>
          <a:ln/>
        </p:spPr>
        <p:txBody>
          <a:bodyPr/>
          <a:lstStyle/>
          <a:p>
            <a:pPr eaLnBrk="1" hangingPunct="1"/>
            <a:endParaRPr lang="cs-CZ" altLang="cs-CZ"/>
          </a:p>
        </p:txBody>
      </p:sp>
    </p:spTree>
    <p:extLst>
      <p:ext uri="{BB962C8B-B14F-4D97-AF65-F5344CB8AC3E}">
        <p14:creationId xmlns:p14="http://schemas.microsoft.com/office/powerpoint/2010/main" val="20267119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p:spPr>
        <p:txBody>
          <a:bodyPr/>
          <a:lstStyle/>
          <a:p>
            <a:fld id="{CCB6D57B-DF40-4813-8128-C665FCEA36E5}" type="slidenum">
              <a:rPr lang="cs-CZ" altLang="cs-CZ"/>
              <a:pPr/>
              <a:t>14</a:t>
            </a:fld>
            <a:endParaRPr lang="cs-CZ" altLang="cs-CZ"/>
          </a:p>
        </p:txBody>
      </p:sp>
      <p:sp>
        <p:nvSpPr>
          <p:cNvPr id="8195" name="Rectangle 2"/>
          <p:cNvSpPr>
            <a:spLocks noGrp="1" noRot="1" noChangeAspect="1" noChangeArrowheads="1" noTextEdit="1"/>
          </p:cNvSpPr>
          <p:nvPr>
            <p:ph type="sldImg"/>
          </p:nvPr>
        </p:nvSpPr>
        <p:spPr>
          <a:ln/>
        </p:spPr>
      </p:sp>
      <p:sp>
        <p:nvSpPr>
          <p:cNvPr id="8196" name="Rectangle 3"/>
          <p:cNvSpPr>
            <a:spLocks noGrp="1" noChangeArrowheads="1"/>
          </p:cNvSpPr>
          <p:nvPr>
            <p:ph type="body" idx="1"/>
          </p:nvPr>
        </p:nvSpPr>
        <p:spPr>
          <a:noFill/>
          <a:ln/>
        </p:spPr>
        <p:txBody>
          <a:bodyPr/>
          <a:lstStyle/>
          <a:p>
            <a:pPr eaLnBrk="1" hangingPunct="1"/>
            <a:endParaRPr lang="cs-CZ" altLang="cs-CZ"/>
          </a:p>
        </p:txBody>
      </p:sp>
    </p:spTree>
    <p:extLst>
      <p:ext uri="{BB962C8B-B14F-4D97-AF65-F5344CB8AC3E}">
        <p14:creationId xmlns:p14="http://schemas.microsoft.com/office/powerpoint/2010/main" val="2942039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p:spPr>
        <p:txBody>
          <a:bodyPr/>
          <a:lstStyle/>
          <a:p>
            <a:fld id="{CCB6D57B-DF40-4813-8128-C665FCEA36E5}" type="slidenum">
              <a:rPr lang="cs-CZ" altLang="cs-CZ"/>
              <a:pPr/>
              <a:t>15</a:t>
            </a:fld>
            <a:endParaRPr lang="cs-CZ" altLang="cs-CZ"/>
          </a:p>
        </p:txBody>
      </p:sp>
      <p:sp>
        <p:nvSpPr>
          <p:cNvPr id="8195" name="Rectangle 2"/>
          <p:cNvSpPr>
            <a:spLocks noGrp="1" noRot="1" noChangeAspect="1" noChangeArrowheads="1" noTextEdit="1"/>
          </p:cNvSpPr>
          <p:nvPr>
            <p:ph type="sldImg"/>
          </p:nvPr>
        </p:nvSpPr>
        <p:spPr>
          <a:ln/>
        </p:spPr>
      </p:sp>
      <p:sp>
        <p:nvSpPr>
          <p:cNvPr id="8196" name="Rectangle 3"/>
          <p:cNvSpPr>
            <a:spLocks noGrp="1" noChangeArrowheads="1"/>
          </p:cNvSpPr>
          <p:nvPr>
            <p:ph type="body" idx="1"/>
          </p:nvPr>
        </p:nvSpPr>
        <p:spPr>
          <a:noFill/>
          <a:ln/>
        </p:spPr>
        <p:txBody>
          <a:bodyPr/>
          <a:lstStyle/>
          <a:p>
            <a:pPr eaLnBrk="1" hangingPunct="1"/>
            <a:endParaRPr lang="cs-CZ" altLang="cs-CZ"/>
          </a:p>
        </p:txBody>
      </p:sp>
    </p:spTree>
    <p:extLst>
      <p:ext uri="{BB962C8B-B14F-4D97-AF65-F5344CB8AC3E}">
        <p14:creationId xmlns:p14="http://schemas.microsoft.com/office/powerpoint/2010/main" val="6873756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Zástupný symbol pro obrázek snímku 1"/>
          <p:cNvSpPr>
            <a:spLocks noGrp="1" noRot="1" noChangeAspect="1" noTextEdit="1"/>
          </p:cNvSpPr>
          <p:nvPr>
            <p:ph type="sldImg"/>
          </p:nvPr>
        </p:nvSpPr>
        <p:spPr>
          <a:ln/>
        </p:spPr>
      </p:sp>
      <p:sp>
        <p:nvSpPr>
          <p:cNvPr id="32771" name="Zástupný symbol pro poznámky 2"/>
          <p:cNvSpPr>
            <a:spLocks noGrp="1"/>
          </p:cNvSpPr>
          <p:nvPr>
            <p:ph type="body" idx="1"/>
          </p:nvPr>
        </p:nvSpPr>
        <p:spPr>
          <a:noFill/>
          <a:ln/>
        </p:spPr>
        <p:txBody>
          <a:bodyPr/>
          <a:lstStyle/>
          <a:p>
            <a:pPr eaLnBrk="1" hangingPunct="1"/>
            <a:endParaRPr lang="cs-CZ" altLang="cs-CZ"/>
          </a:p>
        </p:txBody>
      </p:sp>
      <p:sp>
        <p:nvSpPr>
          <p:cNvPr id="32772" name="Zástupný symbol pro číslo snímku 4"/>
          <p:cNvSpPr>
            <a:spLocks noGrp="1"/>
          </p:cNvSpPr>
          <p:nvPr>
            <p:ph type="sldNum" sz="quarter" idx="5"/>
          </p:nvPr>
        </p:nvSpPr>
        <p:spPr>
          <a:noFill/>
        </p:spPr>
        <p:txBody>
          <a:bodyPr/>
          <a:lstStyle/>
          <a:p>
            <a:fld id="{189A83BA-BC6E-4C15-900C-6F5D5D767611}" type="slidenum">
              <a:rPr lang="cs-CZ" altLang="cs-CZ"/>
              <a:pPr/>
              <a:t>18</a:t>
            </a:fld>
            <a:endParaRPr lang="cs-CZ" altLang="cs-CZ"/>
          </a:p>
        </p:txBody>
      </p:sp>
    </p:spTree>
    <p:extLst>
      <p:ext uri="{BB962C8B-B14F-4D97-AF65-F5344CB8AC3E}">
        <p14:creationId xmlns:p14="http://schemas.microsoft.com/office/powerpoint/2010/main" val="999071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Úvodní snímek">
    <p:spTree>
      <p:nvGrpSpPr>
        <p:cNvPr id="1" name=""/>
        <p:cNvGrpSpPr/>
        <p:nvPr/>
      </p:nvGrpSpPr>
      <p:grpSpPr>
        <a:xfrm>
          <a:off x="0" y="0"/>
          <a:ext cx="0" cy="0"/>
          <a:chOff x="0" y="0"/>
          <a:chExt cx="0" cy="0"/>
        </a:xfrm>
      </p:grpSpPr>
      <p:sp>
        <p:nvSpPr>
          <p:cNvPr id="2" name="Nadpis 1"/>
          <p:cNvSpPr>
            <a:spLocks noGrp="1"/>
          </p:cNvSpPr>
          <p:nvPr>
            <p:ph type="ctrTitle"/>
          </p:nvPr>
        </p:nvSpPr>
        <p:spPr>
          <a:xfrm>
            <a:off x="685800" y="2130425"/>
            <a:ext cx="7772400" cy="1470025"/>
          </a:xfrm>
        </p:spPr>
        <p:txBody>
          <a:bodyPr/>
          <a:lstStyle/>
          <a:p>
            <a:r>
              <a:rPr lang="cs-CZ"/>
              <a:t>Klepnutím lze upravit styl předlohy nadpisů.</a:t>
            </a:r>
          </a:p>
        </p:txBody>
      </p:sp>
      <p:sp>
        <p:nvSpPr>
          <p:cNvPr id="3" name="Podnadpis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cs-CZ"/>
              <a:t>Klepnutím lze upravit styl předlohy podnadpisů.</a:t>
            </a: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Klepnutím lze upravit styl předlohy nadpisů.</a:t>
            </a:r>
          </a:p>
        </p:txBody>
      </p:sp>
      <p:sp>
        <p:nvSpPr>
          <p:cNvPr id="3" name="Zástupný symbol pro obsah 2"/>
          <p:cNvSpPr>
            <a:spLocks noGrp="1"/>
          </p:cNvSpPr>
          <p:nvPr>
            <p:ph idx="1"/>
          </p:nvPr>
        </p:nvSpPr>
        <p:spPr>
          <a:xfrm>
            <a:off x="457200" y="1600200"/>
            <a:ext cx="8229600" cy="4525963"/>
          </a:xfrm>
          <a:prstGeom prst="rect">
            <a:avLst/>
          </a:prstGeom>
        </p:spPr>
        <p:txBody>
          <a:bodyPr/>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Záhlaví části">
    <p:spTree>
      <p:nvGrpSpPr>
        <p:cNvPr id="1" name=""/>
        <p:cNvGrpSpPr/>
        <p:nvPr/>
      </p:nvGrpSpPr>
      <p:grpSpPr>
        <a:xfrm>
          <a:off x="0" y="0"/>
          <a:ext cx="0" cy="0"/>
          <a:chOff x="0" y="0"/>
          <a:chExt cx="0" cy="0"/>
        </a:xfrm>
      </p:grpSpPr>
      <p:sp>
        <p:nvSpPr>
          <p:cNvPr id="2" name="Nadpis 1"/>
          <p:cNvSpPr>
            <a:spLocks noGrp="1"/>
          </p:cNvSpPr>
          <p:nvPr>
            <p:ph type="title"/>
          </p:nvPr>
        </p:nvSpPr>
        <p:spPr>
          <a:xfrm>
            <a:off x="722313" y="4406900"/>
            <a:ext cx="7772400" cy="1362075"/>
          </a:xfrm>
        </p:spPr>
        <p:txBody>
          <a:bodyPr anchor="t"/>
          <a:lstStyle>
            <a:lvl1pPr algn="l">
              <a:defRPr sz="4000" b="1" cap="all"/>
            </a:lvl1pPr>
          </a:lstStyle>
          <a:p>
            <a:r>
              <a:rPr lang="cs-CZ"/>
              <a:t>Klepnutím lze upravit styl předlohy nadpisů.</a:t>
            </a:r>
          </a:p>
        </p:txBody>
      </p:sp>
      <p:sp>
        <p:nvSpPr>
          <p:cNvPr id="3" name="Zástupný symbol pro text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cs-CZ"/>
              <a:t>Klepnutím lze upravit styly předlohy textu.</a:t>
            </a: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Klepnutím lze upravit styl předlohy nadpisů.</a:t>
            </a:r>
          </a:p>
        </p:txBody>
      </p:sp>
      <p:sp>
        <p:nvSpPr>
          <p:cNvPr id="3" name="Zástupný symbol pro obsah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obsah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ání">
    <p:spTree>
      <p:nvGrpSpPr>
        <p:cNvPr id="1" name=""/>
        <p:cNvGrpSpPr/>
        <p:nvPr/>
      </p:nvGrpSpPr>
      <p:grpSpPr>
        <a:xfrm>
          <a:off x="0" y="0"/>
          <a:ext cx="0" cy="0"/>
          <a:chOff x="0" y="0"/>
          <a:chExt cx="0" cy="0"/>
        </a:xfrm>
      </p:grpSpPr>
      <p:sp>
        <p:nvSpPr>
          <p:cNvPr id="2" name="Nadpis 1"/>
          <p:cNvSpPr>
            <a:spLocks noGrp="1"/>
          </p:cNvSpPr>
          <p:nvPr>
            <p:ph type="title"/>
          </p:nvPr>
        </p:nvSpPr>
        <p:spPr>
          <a:xfrm>
            <a:off x="457200" y="274638"/>
            <a:ext cx="8229600" cy="1143000"/>
          </a:xfrm>
        </p:spPr>
        <p:txBody>
          <a:bodyPr/>
          <a:lstStyle>
            <a:lvl1pPr>
              <a:defRPr/>
            </a:lvl1pPr>
          </a:lstStyle>
          <a:p>
            <a:r>
              <a:rPr lang="cs-CZ"/>
              <a:t>Klepnutím lze upravit styl předlohy nadpisů.</a:t>
            </a:r>
          </a:p>
        </p:txBody>
      </p:sp>
      <p:sp>
        <p:nvSpPr>
          <p:cNvPr id="3" name="Zástupný symbol pro text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Klepnutím lze upravit styly předlohy textu.</a:t>
            </a:r>
          </a:p>
        </p:txBody>
      </p:sp>
      <p:sp>
        <p:nvSpPr>
          <p:cNvPr id="4" name="Zástupný symbol pro obsah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5" name="Zástupný symbol pro text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Klepnutím lze upravit styly předlohy textu.</a:t>
            </a:r>
          </a:p>
        </p:txBody>
      </p:sp>
      <p:sp>
        <p:nvSpPr>
          <p:cNvPr id="6" name="Zástupný symbol pro obsah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Pouze nadpis">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Klepnutím lze upravit styl předlohy nadpisů.</a:t>
            </a: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ázdný">
    <p:spTree>
      <p:nvGrpSpPr>
        <p:cNvPr id="1" name=""/>
        <p:cNvGrpSpPr/>
        <p:nvPr/>
      </p:nvGrpSpPr>
      <p:grpSpPr>
        <a:xfrm>
          <a:off x="0" y="0"/>
          <a:ext cx="0" cy="0"/>
          <a:chOff x="0" y="0"/>
          <a:chExt cx="0" cy="0"/>
        </a:xfrm>
      </p:grpSpPr>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Obsah s titulkem">
    <p:spTree>
      <p:nvGrpSpPr>
        <p:cNvPr id="1" name=""/>
        <p:cNvGrpSpPr/>
        <p:nvPr/>
      </p:nvGrpSpPr>
      <p:grpSpPr>
        <a:xfrm>
          <a:off x="0" y="0"/>
          <a:ext cx="0" cy="0"/>
          <a:chOff x="0" y="0"/>
          <a:chExt cx="0" cy="0"/>
        </a:xfrm>
      </p:grpSpPr>
      <p:sp>
        <p:nvSpPr>
          <p:cNvPr id="2" name="Nadpis 1"/>
          <p:cNvSpPr>
            <a:spLocks noGrp="1"/>
          </p:cNvSpPr>
          <p:nvPr>
            <p:ph type="title"/>
          </p:nvPr>
        </p:nvSpPr>
        <p:spPr>
          <a:xfrm>
            <a:off x="457200" y="273050"/>
            <a:ext cx="3008313" cy="1162050"/>
          </a:xfrm>
        </p:spPr>
        <p:txBody>
          <a:bodyPr anchor="b"/>
          <a:lstStyle>
            <a:lvl1pPr algn="l">
              <a:defRPr sz="2000" b="1"/>
            </a:lvl1pPr>
          </a:lstStyle>
          <a:p>
            <a:r>
              <a:rPr lang="cs-CZ"/>
              <a:t>Klepnutím lze upravit styl předlohy nadpisů.</a:t>
            </a:r>
          </a:p>
        </p:txBody>
      </p:sp>
      <p:sp>
        <p:nvSpPr>
          <p:cNvPr id="3" name="Zástupný symbol pro obsah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text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cs-CZ"/>
              <a:t>Klepnutím lze upravit styly předlohy textu.</a:t>
            </a: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ázek s titulkem">
    <p:spTree>
      <p:nvGrpSpPr>
        <p:cNvPr id="1" name=""/>
        <p:cNvGrpSpPr/>
        <p:nvPr/>
      </p:nvGrpSpPr>
      <p:grpSpPr>
        <a:xfrm>
          <a:off x="0" y="0"/>
          <a:ext cx="0" cy="0"/>
          <a:chOff x="0" y="0"/>
          <a:chExt cx="0" cy="0"/>
        </a:xfrm>
      </p:grpSpPr>
      <p:sp>
        <p:nvSpPr>
          <p:cNvPr id="2" name="Nadpis 1"/>
          <p:cNvSpPr>
            <a:spLocks noGrp="1"/>
          </p:cNvSpPr>
          <p:nvPr>
            <p:ph type="title"/>
          </p:nvPr>
        </p:nvSpPr>
        <p:spPr>
          <a:xfrm>
            <a:off x="1792288" y="4800600"/>
            <a:ext cx="5486400" cy="566738"/>
          </a:xfrm>
        </p:spPr>
        <p:txBody>
          <a:bodyPr anchor="b"/>
          <a:lstStyle>
            <a:lvl1pPr algn="l">
              <a:defRPr sz="2000" b="1"/>
            </a:lvl1pPr>
          </a:lstStyle>
          <a:p>
            <a:r>
              <a:rPr lang="cs-CZ"/>
              <a:t>Klepnutím lze upravit styl předlohy nadpisů.</a:t>
            </a:r>
          </a:p>
        </p:txBody>
      </p:sp>
      <p:sp>
        <p:nvSpPr>
          <p:cNvPr id="3" name="Zástupný symbol pro obrázek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cs-CZ" noProof="0"/>
          </a:p>
        </p:txBody>
      </p:sp>
      <p:sp>
        <p:nvSpPr>
          <p:cNvPr id="4" name="Zástupný symbol pro text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cs-CZ"/>
              <a:t>Klepnutím lze upravit styly předlohy textu.</a:t>
            </a: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dpis a svislý text">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Klepnutím lze upravit styl předlohy nadpisů.</a:t>
            </a:r>
          </a:p>
        </p:txBody>
      </p:sp>
      <p:sp>
        <p:nvSpPr>
          <p:cNvPr id="3" name="Zástupný symbol pro svislý text 2"/>
          <p:cNvSpPr>
            <a:spLocks noGrp="1"/>
          </p:cNvSpPr>
          <p:nvPr>
            <p:ph type="body" orient="vert" idx="1"/>
          </p:nvPr>
        </p:nvSpPr>
        <p:spPr>
          <a:xfrm>
            <a:off x="457200" y="1600200"/>
            <a:ext cx="8229600" cy="4525963"/>
          </a:xfrm>
          <a:prstGeom prst="rect">
            <a:avLst/>
          </a:prstGeom>
        </p:spPr>
        <p:txBody>
          <a:bodyPr vert="eaVert"/>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Svislý nadpis a text">
    <p:spTree>
      <p:nvGrpSpPr>
        <p:cNvPr id="1" name=""/>
        <p:cNvGrpSpPr/>
        <p:nvPr/>
      </p:nvGrpSpPr>
      <p:grpSpPr>
        <a:xfrm>
          <a:off x="0" y="0"/>
          <a:ext cx="0" cy="0"/>
          <a:chOff x="0" y="0"/>
          <a:chExt cx="0" cy="0"/>
        </a:xfrm>
      </p:grpSpPr>
      <p:sp>
        <p:nvSpPr>
          <p:cNvPr id="2" name="Svislý nadpis 1"/>
          <p:cNvSpPr>
            <a:spLocks noGrp="1"/>
          </p:cNvSpPr>
          <p:nvPr>
            <p:ph type="title" orient="vert"/>
          </p:nvPr>
        </p:nvSpPr>
        <p:spPr>
          <a:xfrm>
            <a:off x="6629400" y="1600200"/>
            <a:ext cx="2057400" cy="4525963"/>
          </a:xfrm>
        </p:spPr>
        <p:txBody>
          <a:bodyPr vert="eaVert"/>
          <a:lstStyle/>
          <a:p>
            <a:r>
              <a:rPr lang="cs-CZ"/>
              <a:t>Klepnutím lze upravit styl předlohy nadpisů.</a:t>
            </a:r>
          </a:p>
        </p:txBody>
      </p:sp>
      <p:sp>
        <p:nvSpPr>
          <p:cNvPr id="3" name="Zástupný symbol pro svislý text 2"/>
          <p:cNvSpPr>
            <a:spLocks noGrp="1"/>
          </p:cNvSpPr>
          <p:nvPr>
            <p:ph type="body" orient="vert" idx="1"/>
          </p:nvPr>
        </p:nvSpPr>
        <p:spPr>
          <a:xfrm>
            <a:off x="457200" y="1600200"/>
            <a:ext cx="6019800" cy="4525963"/>
          </a:xfrm>
          <a:prstGeom prst="rect">
            <a:avLst/>
          </a:prstGeom>
        </p:spPr>
        <p:txBody>
          <a:bodyPr vert="eaVert"/>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Úvodní snímek">
    <p:spTree>
      <p:nvGrpSpPr>
        <p:cNvPr id="1" name=""/>
        <p:cNvGrpSpPr/>
        <p:nvPr/>
      </p:nvGrpSpPr>
      <p:grpSpPr>
        <a:xfrm>
          <a:off x="0" y="0"/>
          <a:ext cx="0" cy="0"/>
          <a:chOff x="0" y="0"/>
          <a:chExt cx="0" cy="0"/>
        </a:xfrm>
      </p:grpSpPr>
      <p:sp>
        <p:nvSpPr>
          <p:cNvPr id="2" name="Nadpis 1"/>
          <p:cNvSpPr>
            <a:spLocks noGrp="1"/>
          </p:cNvSpPr>
          <p:nvPr>
            <p:ph type="ctrTitle"/>
          </p:nvPr>
        </p:nvSpPr>
        <p:spPr>
          <a:xfrm>
            <a:off x="685800" y="2130425"/>
            <a:ext cx="7772400" cy="1470025"/>
          </a:xfrm>
        </p:spPr>
        <p:txBody>
          <a:bodyPr/>
          <a:lstStyle/>
          <a:p>
            <a:r>
              <a:rPr lang="cs-CZ"/>
              <a:t>Klepnutím lze upravit styl předlohy nadpisů.</a:t>
            </a:r>
          </a:p>
        </p:txBody>
      </p:sp>
      <p:sp>
        <p:nvSpPr>
          <p:cNvPr id="3" name="Podnadpis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cs-CZ"/>
              <a:t>Klepnutím lze upravit styl předlohy podnadpisů.</a:t>
            </a:r>
          </a:p>
        </p:txBody>
      </p:sp>
      <p:sp>
        <p:nvSpPr>
          <p:cNvPr id="4" name="Rectangle 5"/>
          <p:cNvSpPr>
            <a:spLocks noGrp="1" noChangeArrowheads="1"/>
          </p:cNvSpPr>
          <p:nvPr>
            <p:ph type="ftr" sz="quarter" idx="10"/>
          </p:nvPr>
        </p:nvSpPr>
        <p:spPr>
          <a:ln/>
        </p:spPr>
        <p:txBody>
          <a:bodyPr/>
          <a:lstStyle>
            <a:lvl1pPr>
              <a:defRPr/>
            </a:lvl1pPr>
          </a:lstStyle>
          <a:p>
            <a:pPr>
              <a:defRPr/>
            </a:pPr>
            <a:r>
              <a:rPr lang="cs-CZ"/>
              <a:t>www.syntea.cz</a:t>
            </a:r>
          </a:p>
        </p:txBody>
      </p:sp>
      <p:sp>
        <p:nvSpPr>
          <p:cNvPr id="5" name="Rectangle 6"/>
          <p:cNvSpPr>
            <a:spLocks noGrp="1" noChangeArrowheads="1"/>
          </p:cNvSpPr>
          <p:nvPr>
            <p:ph type="sldNum" sz="quarter" idx="11"/>
          </p:nvPr>
        </p:nvSpPr>
        <p:spPr>
          <a:ln/>
        </p:spPr>
        <p:txBody>
          <a:bodyPr/>
          <a:lstStyle>
            <a:lvl1pPr>
              <a:defRPr/>
            </a:lvl1pPr>
          </a:lstStyle>
          <a:p>
            <a:fld id="{02EDAB36-E23A-4011-9431-D1EBE873848A}" type="slidenum">
              <a:rPr lang="cs-CZ" altLang="cs-CZ"/>
              <a:pPr/>
              <a:t>‹#›</a:t>
            </a:fld>
            <a:endParaRPr lang="cs-CZ" altLang="cs-CZ"/>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Klepnutím lze upravit styl předlohy nadpisů.</a:t>
            </a:r>
          </a:p>
        </p:txBody>
      </p:sp>
      <p:sp>
        <p:nvSpPr>
          <p:cNvPr id="3" name="Zástupný symbol pro obsah 2"/>
          <p:cNvSpPr>
            <a:spLocks noGrp="1"/>
          </p:cNvSpPr>
          <p:nvPr>
            <p:ph idx="1"/>
          </p:nvPr>
        </p:nvSpPr>
        <p:spPr/>
        <p:txBody>
          <a:bodyPr/>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Rectangle 5"/>
          <p:cNvSpPr>
            <a:spLocks noGrp="1" noChangeArrowheads="1"/>
          </p:cNvSpPr>
          <p:nvPr>
            <p:ph type="ftr" sz="quarter" idx="10"/>
          </p:nvPr>
        </p:nvSpPr>
        <p:spPr>
          <a:ln/>
        </p:spPr>
        <p:txBody>
          <a:bodyPr/>
          <a:lstStyle>
            <a:lvl1pPr>
              <a:defRPr/>
            </a:lvl1pPr>
          </a:lstStyle>
          <a:p>
            <a:pPr>
              <a:defRPr/>
            </a:pPr>
            <a:r>
              <a:rPr lang="cs-CZ"/>
              <a:t>www.syntea.cz</a:t>
            </a:r>
          </a:p>
        </p:txBody>
      </p:sp>
      <p:sp>
        <p:nvSpPr>
          <p:cNvPr id="5" name="Rectangle 6"/>
          <p:cNvSpPr>
            <a:spLocks noGrp="1" noChangeArrowheads="1"/>
          </p:cNvSpPr>
          <p:nvPr>
            <p:ph type="sldNum" sz="quarter" idx="11"/>
          </p:nvPr>
        </p:nvSpPr>
        <p:spPr>
          <a:ln/>
        </p:spPr>
        <p:txBody>
          <a:bodyPr/>
          <a:lstStyle>
            <a:lvl1pPr>
              <a:defRPr/>
            </a:lvl1pPr>
          </a:lstStyle>
          <a:p>
            <a:fld id="{6C75F6DC-5966-442C-A4D4-FD5518D894BD}" type="slidenum">
              <a:rPr lang="cs-CZ" altLang="cs-CZ"/>
              <a:pPr/>
              <a:t>‹#›</a:t>
            </a:fld>
            <a:endParaRPr lang="cs-CZ" altLang="cs-CZ"/>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Záhlaví části">
    <p:spTree>
      <p:nvGrpSpPr>
        <p:cNvPr id="1" name=""/>
        <p:cNvGrpSpPr/>
        <p:nvPr/>
      </p:nvGrpSpPr>
      <p:grpSpPr>
        <a:xfrm>
          <a:off x="0" y="0"/>
          <a:ext cx="0" cy="0"/>
          <a:chOff x="0" y="0"/>
          <a:chExt cx="0" cy="0"/>
        </a:xfrm>
      </p:grpSpPr>
      <p:sp>
        <p:nvSpPr>
          <p:cNvPr id="2" name="Nadpis 1"/>
          <p:cNvSpPr>
            <a:spLocks noGrp="1"/>
          </p:cNvSpPr>
          <p:nvPr>
            <p:ph type="title"/>
          </p:nvPr>
        </p:nvSpPr>
        <p:spPr>
          <a:xfrm>
            <a:off x="722313" y="4406900"/>
            <a:ext cx="7772400" cy="1362075"/>
          </a:xfrm>
        </p:spPr>
        <p:txBody>
          <a:bodyPr anchor="t"/>
          <a:lstStyle>
            <a:lvl1pPr algn="l">
              <a:defRPr sz="4000" b="1" cap="all"/>
            </a:lvl1pPr>
          </a:lstStyle>
          <a:p>
            <a:r>
              <a:rPr lang="cs-CZ"/>
              <a:t>Klepnutím lze upravit styl předlohy nadpisů.</a:t>
            </a:r>
          </a:p>
        </p:txBody>
      </p:sp>
      <p:sp>
        <p:nvSpPr>
          <p:cNvPr id="3" name="Zástupný symbol pro text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cs-CZ"/>
              <a:t>Klepnutím lze upravit styly předlohy textu.</a:t>
            </a:r>
          </a:p>
        </p:txBody>
      </p:sp>
      <p:sp>
        <p:nvSpPr>
          <p:cNvPr id="4" name="Rectangle 5"/>
          <p:cNvSpPr>
            <a:spLocks noGrp="1" noChangeArrowheads="1"/>
          </p:cNvSpPr>
          <p:nvPr>
            <p:ph type="ftr" sz="quarter" idx="10"/>
          </p:nvPr>
        </p:nvSpPr>
        <p:spPr>
          <a:ln/>
        </p:spPr>
        <p:txBody>
          <a:bodyPr/>
          <a:lstStyle>
            <a:lvl1pPr>
              <a:defRPr/>
            </a:lvl1pPr>
          </a:lstStyle>
          <a:p>
            <a:pPr>
              <a:defRPr/>
            </a:pPr>
            <a:r>
              <a:rPr lang="cs-CZ"/>
              <a:t>www.syntea.cz</a:t>
            </a:r>
          </a:p>
        </p:txBody>
      </p:sp>
      <p:sp>
        <p:nvSpPr>
          <p:cNvPr id="5" name="Rectangle 6"/>
          <p:cNvSpPr>
            <a:spLocks noGrp="1" noChangeArrowheads="1"/>
          </p:cNvSpPr>
          <p:nvPr>
            <p:ph type="sldNum" sz="quarter" idx="11"/>
          </p:nvPr>
        </p:nvSpPr>
        <p:spPr>
          <a:ln/>
        </p:spPr>
        <p:txBody>
          <a:bodyPr/>
          <a:lstStyle>
            <a:lvl1pPr>
              <a:defRPr/>
            </a:lvl1pPr>
          </a:lstStyle>
          <a:p>
            <a:fld id="{12FE6BD6-0B05-4742-99E2-9E7BFAB7161E}" type="slidenum">
              <a:rPr lang="cs-CZ" altLang="cs-CZ"/>
              <a:pPr/>
              <a:t>‹#›</a:t>
            </a:fld>
            <a:endParaRPr lang="cs-CZ" altLang="cs-CZ"/>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Klepnutím lze upravit styl předlohy nadpisů.</a:t>
            </a:r>
          </a:p>
        </p:txBody>
      </p:sp>
      <p:sp>
        <p:nvSpPr>
          <p:cNvPr id="3" name="Zástupný symbol pro obsah 2"/>
          <p:cNvSpPr>
            <a:spLocks noGrp="1"/>
          </p:cNvSpPr>
          <p:nvPr>
            <p:ph sz="half" idx="1"/>
          </p:nvPr>
        </p:nvSpPr>
        <p:spPr>
          <a:xfrm>
            <a:off x="755650" y="2781300"/>
            <a:ext cx="3775075" cy="3240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obsah 3"/>
          <p:cNvSpPr>
            <a:spLocks noGrp="1"/>
          </p:cNvSpPr>
          <p:nvPr>
            <p:ph sz="half" idx="2"/>
          </p:nvPr>
        </p:nvSpPr>
        <p:spPr>
          <a:xfrm>
            <a:off x="4683125" y="2781300"/>
            <a:ext cx="3776663" cy="3240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5" name="Rectangle 5"/>
          <p:cNvSpPr>
            <a:spLocks noGrp="1" noChangeArrowheads="1"/>
          </p:cNvSpPr>
          <p:nvPr>
            <p:ph type="ftr" sz="quarter" idx="10"/>
          </p:nvPr>
        </p:nvSpPr>
        <p:spPr>
          <a:ln/>
        </p:spPr>
        <p:txBody>
          <a:bodyPr/>
          <a:lstStyle>
            <a:lvl1pPr>
              <a:defRPr/>
            </a:lvl1pPr>
          </a:lstStyle>
          <a:p>
            <a:pPr>
              <a:defRPr/>
            </a:pPr>
            <a:r>
              <a:rPr lang="cs-CZ"/>
              <a:t>www.syntea.cz</a:t>
            </a:r>
          </a:p>
        </p:txBody>
      </p:sp>
      <p:sp>
        <p:nvSpPr>
          <p:cNvPr id="6" name="Rectangle 6"/>
          <p:cNvSpPr>
            <a:spLocks noGrp="1" noChangeArrowheads="1"/>
          </p:cNvSpPr>
          <p:nvPr>
            <p:ph type="sldNum" sz="quarter" idx="11"/>
          </p:nvPr>
        </p:nvSpPr>
        <p:spPr>
          <a:ln/>
        </p:spPr>
        <p:txBody>
          <a:bodyPr/>
          <a:lstStyle>
            <a:lvl1pPr>
              <a:defRPr/>
            </a:lvl1pPr>
          </a:lstStyle>
          <a:p>
            <a:fld id="{049EEA14-AED8-4E5D-BEDC-935806CD6770}" type="slidenum">
              <a:rPr lang="cs-CZ" altLang="cs-CZ"/>
              <a:pPr/>
              <a:t>‹#›</a:t>
            </a:fld>
            <a:endParaRPr lang="cs-CZ" altLang="cs-CZ"/>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Porovnání">
    <p:spTree>
      <p:nvGrpSpPr>
        <p:cNvPr id="1" name=""/>
        <p:cNvGrpSpPr/>
        <p:nvPr/>
      </p:nvGrpSpPr>
      <p:grpSpPr>
        <a:xfrm>
          <a:off x="0" y="0"/>
          <a:ext cx="0" cy="0"/>
          <a:chOff x="0" y="0"/>
          <a:chExt cx="0" cy="0"/>
        </a:xfrm>
      </p:grpSpPr>
      <p:sp>
        <p:nvSpPr>
          <p:cNvPr id="2" name="Nadpis 1"/>
          <p:cNvSpPr>
            <a:spLocks noGrp="1"/>
          </p:cNvSpPr>
          <p:nvPr>
            <p:ph type="title"/>
          </p:nvPr>
        </p:nvSpPr>
        <p:spPr>
          <a:xfrm>
            <a:off x="457200" y="274638"/>
            <a:ext cx="8229600" cy="1143000"/>
          </a:xfrm>
        </p:spPr>
        <p:txBody>
          <a:bodyPr/>
          <a:lstStyle>
            <a:lvl1pPr>
              <a:defRPr/>
            </a:lvl1pPr>
          </a:lstStyle>
          <a:p>
            <a:r>
              <a:rPr lang="cs-CZ"/>
              <a:t>Klepnutím lze upravit styl předlohy nadpisů.</a:t>
            </a:r>
          </a:p>
        </p:txBody>
      </p:sp>
      <p:sp>
        <p:nvSpPr>
          <p:cNvPr id="3" name="Zástupný symbol pro text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Klepnutím lze upravit styly předlohy textu.</a:t>
            </a:r>
          </a:p>
        </p:txBody>
      </p:sp>
      <p:sp>
        <p:nvSpPr>
          <p:cNvPr id="4" name="Zástupný symbol pro obsah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5" name="Zástupný symbol pro text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Klepnutím lze upravit styly předlohy textu.</a:t>
            </a:r>
          </a:p>
        </p:txBody>
      </p:sp>
      <p:sp>
        <p:nvSpPr>
          <p:cNvPr id="6" name="Zástupný symbol pro obsah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7" name="Rectangle 5"/>
          <p:cNvSpPr>
            <a:spLocks noGrp="1" noChangeArrowheads="1"/>
          </p:cNvSpPr>
          <p:nvPr>
            <p:ph type="ftr" sz="quarter" idx="10"/>
          </p:nvPr>
        </p:nvSpPr>
        <p:spPr>
          <a:ln/>
        </p:spPr>
        <p:txBody>
          <a:bodyPr/>
          <a:lstStyle>
            <a:lvl1pPr>
              <a:defRPr/>
            </a:lvl1pPr>
          </a:lstStyle>
          <a:p>
            <a:pPr>
              <a:defRPr/>
            </a:pPr>
            <a:r>
              <a:rPr lang="cs-CZ"/>
              <a:t>www.syntea.cz</a:t>
            </a:r>
          </a:p>
        </p:txBody>
      </p:sp>
      <p:sp>
        <p:nvSpPr>
          <p:cNvPr id="8" name="Rectangle 6"/>
          <p:cNvSpPr>
            <a:spLocks noGrp="1" noChangeArrowheads="1"/>
          </p:cNvSpPr>
          <p:nvPr>
            <p:ph type="sldNum" sz="quarter" idx="11"/>
          </p:nvPr>
        </p:nvSpPr>
        <p:spPr>
          <a:ln/>
        </p:spPr>
        <p:txBody>
          <a:bodyPr/>
          <a:lstStyle>
            <a:lvl1pPr>
              <a:defRPr/>
            </a:lvl1pPr>
          </a:lstStyle>
          <a:p>
            <a:fld id="{24237832-B3A0-434E-8985-B745CF788610}" type="slidenum">
              <a:rPr lang="cs-CZ" altLang="cs-CZ"/>
              <a:pPr/>
              <a:t>‹#›</a:t>
            </a:fld>
            <a:endParaRPr lang="cs-CZ" altLang="cs-CZ"/>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Pouze nadpis">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Klepnutím lze upravit styl předlohy nadpisů.</a:t>
            </a:r>
          </a:p>
        </p:txBody>
      </p:sp>
      <p:sp>
        <p:nvSpPr>
          <p:cNvPr id="3" name="Rectangle 5"/>
          <p:cNvSpPr>
            <a:spLocks noGrp="1" noChangeArrowheads="1"/>
          </p:cNvSpPr>
          <p:nvPr>
            <p:ph type="ftr" sz="quarter" idx="10"/>
          </p:nvPr>
        </p:nvSpPr>
        <p:spPr>
          <a:ln/>
        </p:spPr>
        <p:txBody>
          <a:bodyPr/>
          <a:lstStyle>
            <a:lvl1pPr>
              <a:defRPr/>
            </a:lvl1pPr>
          </a:lstStyle>
          <a:p>
            <a:pPr>
              <a:defRPr/>
            </a:pPr>
            <a:r>
              <a:rPr lang="cs-CZ"/>
              <a:t>www.syntea.cz</a:t>
            </a:r>
          </a:p>
        </p:txBody>
      </p:sp>
      <p:sp>
        <p:nvSpPr>
          <p:cNvPr id="4" name="Rectangle 6"/>
          <p:cNvSpPr>
            <a:spLocks noGrp="1" noChangeArrowheads="1"/>
          </p:cNvSpPr>
          <p:nvPr>
            <p:ph type="sldNum" sz="quarter" idx="11"/>
          </p:nvPr>
        </p:nvSpPr>
        <p:spPr>
          <a:ln/>
        </p:spPr>
        <p:txBody>
          <a:bodyPr/>
          <a:lstStyle>
            <a:lvl1pPr>
              <a:defRPr/>
            </a:lvl1pPr>
          </a:lstStyle>
          <a:p>
            <a:fld id="{1DFE1B31-5F06-4F54-BB9F-F4FE5256CD87}" type="slidenum">
              <a:rPr lang="cs-CZ" altLang="cs-CZ"/>
              <a:pPr/>
              <a:t>‹#›</a:t>
            </a:fld>
            <a:endParaRPr lang="cs-CZ" altLang="cs-CZ"/>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Prázdný">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r>
              <a:rPr lang="cs-CZ"/>
              <a:t>www.syntea.cz</a:t>
            </a:r>
          </a:p>
        </p:txBody>
      </p:sp>
      <p:sp>
        <p:nvSpPr>
          <p:cNvPr id="3" name="Rectangle 6"/>
          <p:cNvSpPr>
            <a:spLocks noGrp="1" noChangeArrowheads="1"/>
          </p:cNvSpPr>
          <p:nvPr>
            <p:ph type="sldNum" sz="quarter" idx="11"/>
          </p:nvPr>
        </p:nvSpPr>
        <p:spPr>
          <a:ln/>
        </p:spPr>
        <p:txBody>
          <a:bodyPr/>
          <a:lstStyle>
            <a:lvl1pPr>
              <a:defRPr/>
            </a:lvl1pPr>
          </a:lstStyle>
          <a:p>
            <a:fld id="{F8C761E8-ADBE-4F38-90F4-055AAD0A3858}" type="slidenum">
              <a:rPr lang="cs-CZ" altLang="cs-CZ"/>
              <a:pPr/>
              <a:t>‹#›</a:t>
            </a:fld>
            <a:endParaRPr lang="cs-CZ" altLang="cs-CZ"/>
          </a:p>
        </p:txBody>
      </p:sp>
    </p:spTree>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Obsah s titulkem">
    <p:spTree>
      <p:nvGrpSpPr>
        <p:cNvPr id="1" name=""/>
        <p:cNvGrpSpPr/>
        <p:nvPr/>
      </p:nvGrpSpPr>
      <p:grpSpPr>
        <a:xfrm>
          <a:off x="0" y="0"/>
          <a:ext cx="0" cy="0"/>
          <a:chOff x="0" y="0"/>
          <a:chExt cx="0" cy="0"/>
        </a:xfrm>
      </p:grpSpPr>
      <p:sp>
        <p:nvSpPr>
          <p:cNvPr id="2" name="Nadpis 1"/>
          <p:cNvSpPr>
            <a:spLocks noGrp="1"/>
          </p:cNvSpPr>
          <p:nvPr>
            <p:ph type="title"/>
          </p:nvPr>
        </p:nvSpPr>
        <p:spPr>
          <a:xfrm>
            <a:off x="457200" y="273050"/>
            <a:ext cx="3008313" cy="1162050"/>
          </a:xfrm>
        </p:spPr>
        <p:txBody>
          <a:bodyPr anchor="b"/>
          <a:lstStyle>
            <a:lvl1pPr algn="l">
              <a:defRPr sz="2000" b="1"/>
            </a:lvl1pPr>
          </a:lstStyle>
          <a:p>
            <a:r>
              <a:rPr lang="cs-CZ"/>
              <a:t>Klepnutím lze upravit styl předlohy nadpisů.</a:t>
            </a:r>
          </a:p>
        </p:txBody>
      </p:sp>
      <p:sp>
        <p:nvSpPr>
          <p:cNvPr id="3" name="Zástupný symbol pro obsah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text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cs-CZ"/>
              <a:t>Klepnutím lze upravit styly předlohy textu.</a:t>
            </a:r>
          </a:p>
        </p:txBody>
      </p:sp>
      <p:sp>
        <p:nvSpPr>
          <p:cNvPr id="5" name="Rectangle 5"/>
          <p:cNvSpPr>
            <a:spLocks noGrp="1" noChangeArrowheads="1"/>
          </p:cNvSpPr>
          <p:nvPr>
            <p:ph type="ftr" sz="quarter" idx="10"/>
          </p:nvPr>
        </p:nvSpPr>
        <p:spPr>
          <a:ln/>
        </p:spPr>
        <p:txBody>
          <a:bodyPr/>
          <a:lstStyle>
            <a:lvl1pPr>
              <a:defRPr/>
            </a:lvl1pPr>
          </a:lstStyle>
          <a:p>
            <a:pPr>
              <a:defRPr/>
            </a:pPr>
            <a:r>
              <a:rPr lang="cs-CZ"/>
              <a:t>www.syntea.cz</a:t>
            </a:r>
          </a:p>
        </p:txBody>
      </p:sp>
      <p:sp>
        <p:nvSpPr>
          <p:cNvPr id="6" name="Rectangle 6"/>
          <p:cNvSpPr>
            <a:spLocks noGrp="1" noChangeArrowheads="1"/>
          </p:cNvSpPr>
          <p:nvPr>
            <p:ph type="sldNum" sz="quarter" idx="11"/>
          </p:nvPr>
        </p:nvSpPr>
        <p:spPr>
          <a:ln/>
        </p:spPr>
        <p:txBody>
          <a:bodyPr/>
          <a:lstStyle>
            <a:lvl1pPr>
              <a:defRPr/>
            </a:lvl1pPr>
          </a:lstStyle>
          <a:p>
            <a:fld id="{EE65527B-8766-45CF-A9CA-957ED959261A}" type="slidenum">
              <a:rPr lang="cs-CZ" altLang="cs-CZ"/>
              <a:pPr/>
              <a:t>‹#›</a:t>
            </a:fld>
            <a:endParaRPr lang="cs-CZ" altLang="cs-CZ"/>
          </a:p>
        </p:txBody>
      </p:sp>
    </p:spTree>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Obrázek s titulkem">
    <p:spTree>
      <p:nvGrpSpPr>
        <p:cNvPr id="1" name=""/>
        <p:cNvGrpSpPr/>
        <p:nvPr/>
      </p:nvGrpSpPr>
      <p:grpSpPr>
        <a:xfrm>
          <a:off x="0" y="0"/>
          <a:ext cx="0" cy="0"/>
          <a:chOff x="0" y="0"/>
          <a:chExt cx="0" cy="0"/>
        </a:xfrm>
      </p:grpSpPr>
      <p:sp>
        <p:nvSpPr>
          <p:cNvPr id="2" name="Nadpis 1"/>
          <p:cNvSpPr>
            <a:spLocks noGrp="1"/>
          </p:cNvSpPr>
          <p:nvPr>
            <p:ph type="title"/>
          </p:nvPr>
        </p:nvSpPr>
        <p:spPr>
          <a:xfrm>
            <a:off x="1792288" y="4800600"/>
            <a:ext cx="5486400" cy="566738"/>
          </a:xfrm>
        </p:spPr>
        <p:txBody>
          <a:bodyPr anchor="b"/>
          <a:lstStyle>
            <a:lvl1pPr algn="l">
              <a:defRPr sz="2000" b="1"/>
            </a:lvl1pPr>
          </a:lstStyle>
          <a:p>
            <a:r>
              <a:rPr lang="cs-CZ"/>
              <a:t>Klepnutím lze upravit styl předlohy nadpisů.</a:t>
            </a:r>
          </a:p>
        </p:txBody>
      </p:sp>
      <p:sp>
        <p:nvSpPr>
          <p:cNvPr id="3" name="Zástupný symbol pro obrázek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cs-CZ" noProof="0"/>
          </a:p>
        </p:txBody>
      </p:sp>
      <p:sp>
        <p:nvSpPr>
          <p:cNvPr id="4" name="Zástupný symbol pro text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cs-CZ"/>
              <a:t>Klepnutím lze upravit styly předlohy textu.</a:t>
            </a:r>
          </a:p>
        </p:txBody>
      </p:sp>
      <p:sp>
        <p:nvSpPr>
          <p:cNvPr id="5" name="Rectangle 5"/>
          <p:cNvSpPr>
            <a:spLocks noGrp="1" noChangeArrowheads="1"/>
          </p:cNvSpPr>
          <p:nvPr>
            <p:ph type="ftr" sz="quarter" idx="10"/>
          </p:nvPr>
        </p:nvSpPr>
        <p:spPr>
          <a:ln/>
        </p:spPr>
        <p:txBody>
          <a:bodyPr/>
          <a:lstStyle>
            <a:lvl1pPr>
              <a:defRPr/>
            </a:lvl1pPr>
          </a:lstStyle>
          <a:p>
            <a:pPr>
              <a:defRPr/>
            </a:pPr>
            <a:r>
              <a:rPr lang="cs-CZ"/>
              <a:t>www.syntea.cz</a:t>
            </a:r>
          </a:p>
        </p:txBody>
      </p:sp>
      <p:sp>
        <p:nvSpPr>
          <p:cNvPr id="6" name="Rectangle 6"/>
          <p:cNvSpPr>
            <a:spLocks noGrp="1" noChangeArrowheads="1"/>
          </p:cNvSpPr>
          <p:nvPr>
            <p:ph type="sldNum" sz="quarter" idx="11"/>
          </p:nvPr>
        </p:nvSpPr>
        <p:spPr>
          <a:ln/>
        </p:spPr>
        <p:txBody>
          <a:bodyPr/>
          <a:lstStyle>
            <a:lvl1pPr>
              <a:defRPr/>
            </a:lvl1pPr>
          </a:lstStyle>
          <a:p>
            <a:fld id="{B68B7384-213F-432C-B054-DD8A00F43C05}" type="slidenum">
              <a:rPr lang="cs-CZ" altLang="cs-CZ"/>
              <a:pPr/>
              <a:t>‹#›</a:t>
            </a:fld>
            <a:endParaRPr lang="cs-CZ" altLang="cs-CZ"/>
          </a:p>
        </p:txBody>
      </p:sp>
    </p:spTree>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Nadpis a svislý text">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Klepnutím lze upravit styl předlohy nadpisů.</a:t>
            </a:r>
          </a:p>
        </p:txBody>
      </p:sp>
      <p:sp>
        <p:nvSpPr>
          <p:cNvPr id="3" name="Zástupný symbol pro svislý text 2"/>
          <p:cNvSpPr>
            <a:spLocks noGrp="1"/>
          </p:cNvSpPr>
          <p:nvPr>
            <p:ph type="body" orient="vert" idx="1"/>
          </p:nvPr>
        </p:nvSpPr>
        <p:spPr/>
        <p:txBody>
          <a:bodyPr vert="eaVert"/>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Rectangle 5"/>
          <p:cNvSpPr>
            <a:spLocks noGrp="1" noChangeArrowheads="1"/>
          </p:cNvSpPr>
          <p:nvPr>
            <p:ph type="ftr" sz="quarter" idx="10"/>
          </p:nvPr>
        </p:nvSpPr>
        <p:spPr>
          <a:ln/>
        </p:spPr>
        <p:txBody>
          <a:bodyPr/>
          <a:lstStyle>
            <a:lvl1pPr>
              <a:defRPr/>
            </a:lvl1pPr>
          </a:lstStyle>
          <a:p>
            <a:pPr>
              <a:defRPr/>
            </a:pPr>
            <a:r>
              <a:rPr lang="cs-CZ"/>
              <a:t>www.syntea.cz</a:t>
            </a:r>
          </a:p>
        </p:txBody>
      </p:sp>
      <p:sp>
        <p:nvSpPr>
          <p:cNvPr id="5" name="Rectangle 6"/>
          <p:cNvSpPr>
            <a:spLocks noGrp="1" noChangeArrowheads="1"/>
          </p:cNvSpPr>
          <p:nvPr>
            <p:ph type="sldNum" sz="quarter" idx="11"/>
          </p:nvPr>
        </p:nvSpPr>
        <p:spPr>
          <a:ln/>
        </p:spPr>
        <p:txBody>
          <a:bodyPr/>
          <a:lstStyle>
            <a:lvl1pPr>
              <a:defRPr/>
            </a:lvl1pPr>
          </a:lstStyle>
          <a:p>
            <a:fld id="{E436E90B-67F6-4DDD-BB8E-FD43A726C74C}" type="slidenum">
              <a:rPr lang="cs-CZ" altLang="cs-CZ"/>
              <a:pPr/>
              <a:t>‹#›</a:t>
            </a:fld>
            <a:endParaRPr lang="cs-CZ" altLang="cs-CZ"/>
          </a:p>
        </p:txBody>
      </p:sp>
    </p:spTree>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Svislý nadpis a text">
    <p:spTree>
      <p:nvGrpSpPr>
        <p:cNvPr id="1" name=""/>
        <p:cNvGrpSpPr/>
        <p:nvPr/>
      </p:nvGrpSpPr>
      <p:grpSpPr>
        <a:xfrm>
          <a:off x="0" y="0"/>
          <a:ext cx="0" cy="0"/>
          <a:chOff x="0" y="0"/>
          <a:chExt cx="0" cy="0"/>
        </a:xfrm>
      </p:grpSpPr>
      <p:sp>
        <p:nvSpPr>
          <p:cNvPr id="2" name="Svislý nadpis 1"/>
          <p:cNvSpPr>
            <a:spLocks noGrp="1"/>
          </p:cNvSpPr>
          <p:nvPr>
            <p:ph type="title" orient="vert"/>
          </p:nvPr>
        </p:nvSpPr>
        <p:spPr>
          <a:xfrm>
            <a:off x="6534150" y="1341438"/>
            <a:ext cx="1925638" cy="4679950"/>
          </a:xfrm>
        </p:spPr>
        <p:txBody>
          <a:bodyPr vert="eaVert"/>
          <a:lstStyle/>
          <a:p>
            <a:r>
              <a:rPr lang="cs-CZ"/>
              <a:t>Klepnutím lze upravit styl předlohy nadpisů.</a:t>
            </a:r>
          </a:p>
        </p:txBody>
      </p:sp>
      <p:sp>
        <p:nvSpPr>
          <p:cNvPr id="3" name="Zástupný symbol pro svislý text 2"/>
          <p:cNvSpPr>
            <a:spLocks noGrp="1"/>
          </p:cNvSpPr>
          <p:nvPr>
            <p:ph type="body" orient="vert" idx="1"/>
          </p:nvPr>
        </p:nvSpPr>
        <p:spPr>
          <a:xfrm>
            <a:off x="755650" y="1341438"/>
            <a:ext cx="5626100" cy="4679950"/>
          </a:xfrm>
        </p:spPr>
        <p:txBody>
          <a:bodyPr vert="eaVert"/>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Rectangle 5"/>
          <p:cNvSpPr>
            <a:spLocks noGrp="1" noChangeArrowheads="1"/>
          </p:cNvSpPr>
          <p:nvPr>
            <p:ph type="ftr" sz="quarter" idx="10"/>
          </p:nvPr>
        </p:nvSpPr>
        <p:spPr>
          <a:ln/>
        </p:spPr>
        <p:txBody>
          <a:bodyPr/>
          <a:lstStyle>
            <a:lvl1pPr>
              <a:defRPr/>
            </a:lvl1pPr>
          </a:lstStyle>
          <a:p>
            <a:pPr>
              <a:defRPr/>
            </a:pPr>
            <a:r>
              <a:rPr lang="cs-CZ"/>
              <a:t>www.syntea.cz</a:t>
            </a:r>
          </a:p>
        </p:txBody>
      </p:sp>
      <p:sp>
        <p:nvSpPr>
          <p:cNvPr id="5" name="Rectangle 6"/>
          <p:cNvSpPr>
            <a:spLocks noGrp="1" noChangeArrowheads="1"/>
          </p:cNvSpPr>
          <p:nvPr>
            <p:ph type="sldNum" sz="quarter" idx="11"/>
          </p:nvPr>
        </p:nvSpPr>
        <p:spPr>
          <a:ln/>
        </p:spPr>
        <p:txBody>
          <a:bodyPr/>
          <a:lstStyle>
            <a:lvl1pPr>
              <a:defRPr/>
            </a:lvl1pPr>
          </a:lstStyle>
          <a:p>
            <a:fld id="{F9CB226C-1551-4A9D-A5EA-24DD8BBE49B5}" type="slidenum">
              <a:rPr lang="cs-CZ" altLang="cs-CZ"/>
              <a:pPr/>
              <a:t>‹#›</a:t>
            </a:fld>
            <a:endParaRPr lang="cs-CZ" altLang="cs-CZ"/>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3.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CA0383"/>
        </a:solidFill>
        <a:effectLst/>
      </p:bgPr>
    </p:bg>
    <p:spTree>
      <p:nvGrpSpPr>
        <p:cNvPr id="1" name=""/>
        <p:cNvGrpSpPr/>
        <p:nvPr/>
      </p:nvGrpSpPr>
      <p:grpSpPr>
        <a:xfrm>
          <a:off x="0" y="0"/>
          <a:ext cx="0" cy="0"/>
          <a:chOff x="0" y="0"/>
          <a:chExt cx="0" cy="0"/>
        </a:xfrm>
      </p:grpSpPr>
      <p:pic>
        <p:nvPicPr>
          <p:cNvPr id="1026" name="Picture 14" descr="purpur"/>
          <p:cNvPicPr>
            <a:picLocks noChangeAspect="1" noChangeArrowheads="1"/>
          </p:cNvPicPr>
          <p:nvPr/>
        </p:nvPicPr>
        <p:blipFill>
          <a:blip r:embed="rId13" cstate="print"/>
          <a:srcRect/>
          <a:stretch>
            <a:fillRect/>
          </a:stretch>
        </p:blipFill>
        <p:spPr bwMode="auto">
          <a:xfrm>
            <a:off x="0" y="0"/>
            <a:ext cx="9144000" cy="6858000"/>
          </a:xfrm>
          <a:prstGeom prst="rect">
            <a:avLst/>
          </a:prstGeom>
          <a:noFill/>
          <a:ln w="9525">
            <a:noFill/>
            <a:miter lim="800000"/>
            <a:headEnd/>
            <a:tailEnd/>
          </a:ln>
        </p:spPr>
      </p:pic>
      <p:pic>
        <p:nvPicPr>
          <p:cNvPr id="1027" name="Picture 13" descr="syntea logo negativni na purpurove plose_stredni"/>
          <p:cNvPicPr>
            <a:picLocks noChangeAspect="1" noChangeArrowheads="1"/>
          </p:cNvPicPr>
          <p:nvPr/>
        </p:nvPicPr>
        <p:blipFill>
          <a:blip r:embed="rId14" cstate="print"/>
          <a:srcRect/>
          <a:stretch>
            <a:fillRect/>
          </a:stretch>
        </p:blipFill>
        <p:spPr bwMode="auto">
          <a:xfrm>
            <a:off x="898525" y="0"/>
            <a:ext cx="1450975" cy="1438275"/>
          </a:xfrm>
          <a:prstGeom prst="rect">
            <a:avLst/>
          </a:prstGeom>
          <a:noFill/>
          <a:ln w="9525">
            <a:noFill/>
            <a:miter lim="800000"/>
            <a:headEnd/>
            <a:tailEnd/>
          </a:ln>
        </p:spPr>
      </p:pic>
      <p:sp>
        <p:nvSpPr>
          <p:cNvPr id="1028" name="Rectangle 15"/>
          <p:cNvSpPr>
            <a:spLocks noGrp="1" noChangeArrowheads="1"/>
          </p:cNvSpPr>
          <p:nvPr>
            <p:ph type="title"/>
          </p:nvPr>
        </p:nvSpPr>
        <p:spPr bwMode="auto">
          <a:xfrm>
            <a:off x="755650" y="2133600"/>
            <a:ext cx="7545388" cy="2590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cs-CZ" altLang="cs-CZ"/>
              <a:t>Klepnutím lze upravit styl předlohy nadpisů.</a:t>
            </a:r>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ransition spd="med"/>
  <p:hf hdr="0" dt="0"/>
  <p:txStyles>
    <p:titleStyle>
      <a:lvl1pPr algn="l" rtl="0" eaLnBrk="0" fontAlgn="base" hangingPunct="0">
        <a:spcBef>
          <a:spcPct val="0"/>
        </a:spcBef>
        <a:spcAft>
          <a:spcPct val="0"/>
        </a:spcAft>
        <a:defRPr sz="6600">
          <a:solidFill>
            <a:schemeClr val="bg1"/>
          </a:solidFill>
          <a:latin typeface="+mj-lt"/>
          <a:ea typeface="+mj-ea"/>
          <a:cs typeface="+mj-cs"/>
        </a:defRPr>
      </a:lvl1pPr>
      <a:lvl2pPr algn="l" rtl="0" eaLnBrk="0" fontAlgn="base" hangingPunct="0">
        <a:spcBef>
          <a:spcPct val="0"/>
        </a:spcBef>
        <a:spcAft>
          <a:spcPct val="0"/>
        </a:spcAft>
        <a:defRPr sz="6600">
          <a:solidFill>
            <a:schemeClr val="bg1"/>
          </a:solidFill>
          <a:latin typeface="Corbel" pitchFamily="34" charset="0"/>
        </a:defRPr>
      </a:lvl2pPr>
      <a:lvl3pPr algn="l" rtl="0" eaLnBrk="0" fontAlgn="base" hangingPunct="0">
        <a:spcBef>
          <a:spcPct val="0"/>
        </a:spcBef>
        <a:spcAft>
          <a:spcPct val="0"/>
        </a:spcAft>
        <a:defRPr sz="6600">
          <a:solidFill>
            <a:schemeClr val="bg1"/>
          </a:solidFill>
          <a:latin typeface="Corbel" pitchFamily="34" charset="0"/>
        </a:defRPr>
      </a:lvl3pPr>
      <a:lvl4pPr algn="l" rtl="0" eaLnBrk="0" fontAlgn="base" hangingPunct="0">
        <a:spcBef>
          <a:spcPct val="0"/>
        </a:spcBef>
        <a:spcAft>
          <a:spcPct val="0"/>
        </a:spcAft>
        <a:defRPr sz="6600">
          <a:solidFill>
            <a:schemeClr val="bg1"/>
          </a:solidFill>
          <a:latin typeface="Corbel" pitchFamily="34" charset="0"/>
        </a:defRPr>
      </a:lvl4pPr>
      <a:lvl5pPr algn="l" rtl="0" eaLnBrk="0" fontAlgn="base" hangingPunct="0">
        <a:spcBef>
          <a:spcPct val="0"/>
        </a:spcBef>
        <a:spcAft>
          <a:spcPct val="0"/>
        </a:spcAft>
        <a:defRPr sz="6600">
          <a:solidFill>
            <a:schemeClr val="bg1"/>
          </a:solidFill>
          <a:latin typeface="Corbel" pitchFamily="34" charset="0"/>
        </a:defRPr>
      </a:lvl5pPr>
      <a:lvl6pPr marL="457200" algn="l" rtl="0" fontAlgn="base">
        <a:spcBef>
          <a:spcPct val="0"/>
        </a:spcBef>
        <a:spcAft>
          <a:spcPct val="0"/>
        </a:spcAft>
        <a:defRPr sz="6600">
          <a:solidFill>
            <a:schemeClr val="bg1"/>
          </a:solidFill>
          <a:latin typeface="Corbel" pitchFamily="34" charset="0"/>
        </a:defRPr>
      </a:lvl6pPr>
      <a:lvl7pPr marL="914400" algn="l" rtl="0" fontAlgn="base">
        <a:spcBef>
          <a:spcPct val="0"/>
        </a:spcBef>
        <a:spcAft>
          <a:spcPct val="0"/>
        </a:spcAft>
        <a:defRPr sz="6600">
          <a:solidFill>
            <a:schemeClr val="bg1"/>
          </a:solidFill>
          <a:latin typeface="Corbel" pitchFamily="34" charset="0"/>
        </a:defRPr>
      </a:lvl7pPr>
      <a:lvl8pPr marL="1371600" algn="l" rtl="0" fontAlgn="base">
        <a:spcBef>
          <a:spcPct val="0"/>
        </a:spcBef>
        <a:spcAft>
          <a:spcPct val="0"/>
        </a:spcAft>
        <a:defRPr sz="6600">
          <a:solidFill>
            <a:schemeClr val="bg1"/>
          </a:solidFill>
          <a:latin typeface="Corbel" pitchFamily="34" charset="0"/>
        </a:defRPr>
      </a:lvl8pPr>
      <a:lvl9pPr marL="1828800" algn="l" rtl="0" fontAlgn="base">
        <a:spcBef>
          <a:spcPct val="0"/>
        </a:spcBef>
        <a:spcAft>
          <a:spcPct val="0"/>
        </a:spcAft>
        <a:defRPr sz="6600">
          <a:solidFill>
            <a:schemeClr val="bg1"/>
          </a:solidFill>
          <a:latin typeface="Corbel"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30188" algn="l" rtl="0" eaLnBrk="0" fontAlgn="base" hangingPunct="0">
        <a:spcBef>
          <a:spcPct val="20000"/>
        </a:spcBef>
        <a:spcAft>
          <a:spcPct val="0"/>
        </a:spcAft>
        <a:buChar char="»"/>
        <a:defRPr sz="2000">
          <a:solidFill>
            <a:schemeClr val="tx1"/>
          </a:solidFill>
          <a:latin typeface="+mn-lt"/>
        </a:defRPr>
      </a:lvl5pPr>
      <a:lvl6pPr marL="2514600" indent="-230188" algn="l" rtl="0" fontAlgn="base">
        <a:spcBef>
          <a:spcPct val="20000"/>
        </a:spcBef>
        <a:spcAft>
          <a:spcPct val="0"/>
        </a:spcAft>
        <a:buChar char="»"/>
        <a:defRPr sz="2000">
          <a:solidFill>
            <a:schemeClr val="tx1"/>
          </a:solidFill>
          <a:latin typeface="+mn-lt"/>
        </a:defRPr>
      </a:lvl6pPr>
      <a:lvl7pPr marL="2971800" indent="-230188" algn="l" rtl="0" fontAlgn="base">
        <a:spcBef>
          <a:spcPct val="20000"/>
        </a:spcBef>
        <a:spcAft>
          <a:spcPct val="0"/>
        </a:spcAft>
        <a:buChar char="»"/>
        <a:defRPr sz="2000">
          <a:solidFill>
            <a:schemeClr val="tx1"/>
          </a:solidFill>
          <a:latin typeface="+mn-lt"/>
        </a:defRPr>
      </a:lvl7pPr>
      <a:lvl8pPr marL="3429000" indent="-230188" algn="l" rtl="0" fontAlgn="base">
        <a:spcBef>
          <a:spcPct val="20000"/>
        </a:spcBef>
        <a:spcAft>
          <a:spcPct val="0"/>
        </a:spcAft>
        <a:buChar char="»"/>
        <a:defRPr sz="2000">
          <a:solidFill>
            <a:schemeClr val="tx1"/>
          </a:solidFill>
          <a:latin typeface="+mn-lt"/>
        </a:defRPr>
      </a:lvl8pPr>
      <a:lvl9pPr marL="3886200" indent="-230188" algn="l" rtl="0" fontAlgn="base">
        <a:spcBef>
          <a:spcPct val="20000"/>
        </a:spcBef>
        <a:spcAft>
          <a:spcPct val="0"/>
        </a:spcAft>
        <a:buChar char="»"/>
        <a:defRPr sz="2000">
          <a:solidFill>
            <a:schemeClr val="tx1"/>
          </a:solidFill>
          <a:latin typeface="+mn-lt"/>
        </a:defRPr>
      </a:lvl9pPr>
    </p:bodyStyle>
    <p:other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bwMode="auto">
          <a:xfrm>
            <a:off x="755650" y="1341438"/>
            <a:ext cx="7704138" cy="10080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cs-CZ" altLang="cs-CZ"/>
              <a:t>Klepnutím lze upravit styl předlohy nadpisů.</a:t>
            </a:r>
          </a:p>
        </p:txBody>
      </p:sp>
      <p:sp>
        <p:nvSpPr>
          <p:cNvPr id="35843" name="Rectangle 3"/>
          <p:cNvSpPr>
            <a:spLocks noGrp="1" noChangeArrowheads="1"/>
          </p:cNvSpPr>
          <p:nvPr>
            <p:ph type="body" idx="1"/>
          </p:nvPr>
        </p:nvSpPr>
        <p:spPr bwMode="auto">
          <a:xfrm>
            <a:off x="755650" y="2781300"/>
            <a:ext cx="7704138" cy="32400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cs-CZ" altLang="cs-CZ"/>
              <a:t>Klepnutím lze upravit styly předlohy textu.</a:t>
            </a:r>
          </a:p>
          <a:p>
            <a:pPr lvl="1"/>
            <a:r>
              <a:rPr lang="cs-CZ" altLang="cs-CZ"/>
              <a:t>Druhá úroveň</a:t>
            </a:r>
          </a:p>
          <a:p>
            <a:pPr lvl="2"/>
            <a:r>
              <a:rPr lang="cs-CZ" altLang="cs-CZ"/>
              <a:t>Třetí úroveň</a:t>
            </a:r>
          </a:p>
          <a:p>
            <a:pPr lvl="3"/>
            <a:r>
              <a:rPr lang="cs-CZ" altLang="cs-CZ"/>
              <a:t>Čtvrtá úroveň</a:t>
            </a:r>
          </a:p>
          <a:p>
            <a:pPr lvl="4"/>
            <a:r>
              <a:rPr lang="cs-CZ" altLang="cs-CZ"/>
              <a:t>Pátá úroveň</a:t>
            </a:r>
          </a:p>
        </p:txBody>
      </p:sp>
      <p:sp>
        <p:nvSpPr>
          <p:cNvPr id="35845" name="Rectangle 5"/>
          <p:cNvSpPr>
            <a:spLocks noGrp="1" noChangeArrowheads="1"/>
          </p:cNvSpPr>
          <p:nvPr>
            <p:ph type="ftr" sz="quarter" idx="3"/>
          </p:nvPr>
        </p:nvSpPr>
        <p:spPr bwMode="auto">
          <a:xfrm>
            <a:off x="755650" y="6021388"/>
            <a:ext cx="6840538" cy="83661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eaLnBrk="1" hangingPunct="1">
              <a:defRPr sz="1400"/>
            </a:lvl1pPr>
          </a:lstStyle>
          <a:p>
            <a:pPr>
              <a:defRPr/>
            </a:pPr>
            <a:r>
              <a:rPr lang="cs-CZ"/>
              <a:t>www.syntea.cz</a:t>
            </a:r>
          </a:p>
        </p:txBody>
      </p:sp>
      <p:sp>
        <p:nvSpPr>
          <p:cNvPr id="35846" name="Rectangle 6"/>
          <p:cNvSpPr>
            <a:spLocks noGrp="1" noChangeArrowheads="1"/>
          </p:cNvSpPr>
          <p:nvPr>
            <p:ph type="sldNum" sz="quarter" idx="4"/>
          </p:nvPr>
        </p:nvSpPr>
        <p:spPr bwMode="auto">
          <a:xfrm>
            <a:off x="7596188" y="6021388"/>
            <a:ext cx="863600" cy="83661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eaLnBrk="1" hangingPunct="1">
              <a:defRPr sz="1400" b="1">
                <a:solidFill>
                  <a:srgbClr val="CA0383"/>
                </a:solidFill>
              </a:defRPr>
            </a:lvl1pPr>
          </a:lstStyle>
          <a:p>
            <a:fld id="{56462D25-5DB6-412D-99F9-C8C73019511F}" type="slidenum">
              <a:rPr lang="cs-CZ" altLang="cs-CZ"/>
              <a:pPr/>
              <a:t>‹#›</a:t>
            </a:fld>
            <a:endParaRPr lang="cs-CZ" altLang="cs-CZ"/>
          </a:p>
        </p:txBody>
      </p:sp>
      <p:pic>
        <p:nvPicPr>
          <p:cNvPr id="2054" name="Picture 12" descr="syntea logo negativni na purpurove plose_stredni"/>
          <p:cNvPicPr>
            <a:picLocks noChangeAspect="1" noChangeArrowheads="1"/>
          </p:cNvPicPr>
          <p:nvPr/>
        </p:nvPicPr>
        <p:blipFill>
          <a:blip r:embed="rId13" cstate="print"/>
          <a:srcRect/>
          <a:stretch>
            <a:fillRect/>
          </a:stretch>
        </p:blipFill>
        <p:spPr bwMode="auto">
          <a:xfrm>
            <a:off x="898525" y="0"/>
            <a:ext cx="900113" cy="89217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ransition spd="med"/>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5842"/>
                                        </p:tgtEl>
                                        <p:attrNameLst>
                                          <p:attrName>style.visibility</p:attrName>
                                        </p:attrNameLst>
                                      </p:cBhvr>
                                      <p:to>
                                        <p:strVal val="visible"/>
                                      </p:to>
                                    </p:set>
                                    <p:animEffect transition="in" filter="fade">
                                      <p:cBhvr>
                                        <p:cTn id="7" dur="2000"/>
                                        <p:tgtEl>
                                          <p:spTgt spid="3584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5843"/>
                                        </p:tgtEl>
                                        <p:attrNameLst>
                                          <p:attrName>style.visibility</p:attrName>
                                        </p:attrNameLst>
                                      </p:cBhvr>
                                      <p:to>
                                        <p:strVal val="visible"/>
                                      </p:to>
                                    </p:set>
                                    <p:animEffect transition="in" filter="fade">
                                      <p:cBhvr>
                                        <p:cTn id="10" dur="2000"/>
                                        <p:tgtEl>
                                          <p:spTgt spid="358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p:bldP spid="35843" grpId="0">
        <p:tmplLst>
          <p:tmpl>
            <p:tnLst>
              <p:par>
                <p:cTn presetID="10" presetClass="entr" presetSubtype="0" fill="hold" nodeType="withEffect">
                  <p:stCondLst>
                    <p:cond delay="0"/>
                  </p:stCondLst>
                  <p:childTnLst>
                    <p:set>
                      <p:cBhvr>
                        <p:cTn dur="1" fill="hold">
                          <p:stCondLst>
                            <p:cond delay="0"/>
                          </p:stCondLst>
                        </p:cTn>
                        <p:tgtEl>
                          <p:spTgt spid="35843"/>
                        </p:tgtEl>
                        <p:attrNameLst>
                          <p:attrName>style.visibility</p:attrName>
                        </p:attrNameLst>
                      </p:cBhvr>
                      <p:to>
                        <p:strVal val="visible"/>
                      </p:to>
                    </p:set>
                    <p:animEffect transition="in" filter="fade">
                      <p:cBhvr>
                        <p:cTn dur="2000"/>
                        <p:tgtEl>
                          <p:spTgt spid="35843"/>
                        </p:tgtEl>
                      </p:cBhvr>
                    </p:animEffect>
                  </p:childTnLst>
                </p:cTn>
              </p:par>
            </p:tnLst>
          </p:tmpl>
        </p:tmplLst>
      </p:bldP>
    </p:bldLst>
  </p:timing>
  <p:hf hdr="0" dt="0"/>
  <p:txStyles>
    <p:titleStyle>
      <a:lvl1pPr algn="l" rtl="0" eaLnBrk="0" fontAlgn="base" hangingPunct="0">
        <a:spcBef>
          <a:spcPct val="0"/>
        </a:spcBef>
        <a:spcAft>
          <a:spcPct val="0"/>
        </a:spcAft>
        <a:defRPr sz="4400" b="1">
          <a:solidFill>
            <a:srgbClr val="CA0383"/>
          </a:solidFill>
          <a:latin typeface="+mj-lt"/>
          <a:ea typeface="+mj-ea"/>
          <a:cs typeface="+mj-cs"/>
        </a:defRPr>
      </a:lvl1pPr>
      <a:lvl2pPr algn="l" rtl="0" eaLnBrk="0" fontAlgn="base" hangingPunct="0">
        <a:spcBef>
          <a:spcPct val="0"/>
        </a:spcBef>
        <a:spcAft>
          <a:spcPct val="0"/>
        </a:spcAft>
        <a:defRPr sz="4400" b="1">
          <a:solidFill>
            <a:srgbClr val="CA0383"/>
          </a:solidFill>
          <a:latin typeface="Corbel" pitchFamily="34" charset="0"/>
        </a:defRPr>
      </a:lvl2pPr>
      <a:lvl3pPr algn="l" rtl="0" eaLnBrk="0" fontAlgn="base" hangingPunct="0">
        <a:spcBef>
          <a:spcPct val="0"/>
        </a:spcBef>
        <a:spcAft>
          <a:spcPct val="0"/>
        </a:spcAft>
        <a:defRPr sz="4400" b="1">
          <a:solidFill>
            <a:srgbClr val="CA0383"/>
          </a:solidFill>
          <a:latin typeface="Corbel" pitchFamily="34" charset="0"/>
        </a:defRPr>
      </a:lvl3pPr>
      <a:lvl4pPr algn="l" rtl="0" eaLnBrk="0" fontAlgn="base" hangingPunct="0">
        <a:spcBef>
          <a:spcPct val="0"/>
        </a:spcBef>
        <a:spcAft>
          <a:spcPct val="0"/>
        </a:spcAft>
        <a:defRPr sz="4400" b="1">
          <a:solidFill>
            <a:srgbClr val="CA0383"/>
          </a:solidFill>
          <a:latin typeface="Corbel" pitchFamily="34" charset="0"/>
        </a:defRPr>
      </a:lvl4pPr>
      <a:lvl5pPr algn="l" rtl="0" eaLnBrk="0" fontAlgn="base" hangingPunct="0">
        <a:spcBef>
          <a:spcPct val="0"/>
        </a:spcBef>
        <a:spcAft>
          <a:spcPct val="0"/>
        </a:spcAft>
        <a:defRPr sz="4400" b="1">
          <a:solidFill>
            <a:srgbClr val="CA0383"/>
          </a:solidFill>
          <a:latin typeface="Corbel" pitchFamily="34" charset="0"/>
        </a:defRPr>
      </a:lvl5pPr>
      <a:lvl6pPr marL="457200" algn="l" rtl="0" fontAlgn="base">
        <a:spcBef>
          <a:spcPct val="0"/>
        </a:spcBef>
        <a:spcAft>
          <a:spcPct val="0"/>
        </a:spcAft>
        <a:defRPr sz="4400" b="1">
          <a:solidFill>
            <a:srgbClr val="CA0383"/>
          </a:solidFill>
          <a:latin typeface="Corbel" pitchFamily="34" charset="0"/>
        </a:defRPr>
      </a:lvl6pPr>
      <a:lvl7pPr marL="914400" algn="l" rtl="0" fontAlgn="base">
        <a:spcBef>
          <a:spcPct val="0"/>
        </a:spcBef>
        <a:spcAft>
          <a:spcPct val="0"/>
        </a:spcAft>
        <a:defRPr sz="4400" b="1">
          <a:solidFill>
            <a:srgbClr val="CA0383"/>
          </a:solidFill>
          <a:latin typeface="Corbel" pitchFamily="34" charset="0"/>
        </a:defRPr>
      </a:lvl7pPr>
      <a:lvl8pPr marL="1371600" algn="l" rtl="0" fontAlgn="base">
        <a:spcBef>
          <a:spcPct val="0"/>
        </a:spcBef>
        <a:spcAft>
          <a:spcPct val="0"/>
        </a:spcAft>
        <a:defRPr sz="4400" b="1">
          <a:solidFill>
            <a:srgbClr val="CA0383"/>
          </a:solidFill>
          <a:latin typeface="Corbel" pitchFamily="34" charset="0"/>
        </a:defRPr>
      </a:lvl8pPr>
      <a:lvl9pPr marL="1828800" algn="l" rtl="0" fontAlgn="base">
        <a:spcBef>
          <a:spcPct val="0"/>
        </a:spcBef>
        <a:spcAft>
          <a:spcPct val="0"/>
        </a:spcAft>
        <a:defRPr sz="4400" b="1">
          <a:solidFill>
            <a:srgbClr val="CA0383"/>
          </a:solidFill>
          <a:latin typeface="Corbel" pitchFamily="34" charset="0"/>
        </a:defRPr>
      </a:lvl9pPr>
    </p:titleStyle>
    <p:bodyStyle>
      <a:lvl1pPr marL="342900" indent="-342900" algn="l" rtl="0" eaLnBrk="0" fontAlgn="base" hangingPunct="0">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Font typeface="Wingdings" pitchFamily="2" charset="2"/>
        <a:buChar char="§"/>
        <a:defRPr sz="2400">
          <a:solidFill>
            <a:schemeClr val="tx1"/>
          </a:solidFill>
          <a:latin typeface="+mn-lt"/>
        </a:defRPr>
      </a:lvl3pPr>
      <a:lvl4pPr marL="1600200" indent="-228600" algn="l" rtl="0" eaLnBrk="0" fontAlgn="base" hangingPunct="0">
        <a:spcBef>
          <a:spcPct val="20000"/>
        </a:spcBef>
        <a:spcAft>
          <a:spcPct val="0"/>
        </a:spcAft>
        <a:buFont typeface="Wingdings" pitchFamily="2" charset="2"/>
        <a:buChar char="§"/>
        <a:defRPr sz="2200">
          <a:solidFill>
            <a:schemeClr val="tx1"/>
          </a:solidFill>
          <a:latin typeface="+mn-lt"/>
        </a:defRPr>
      </a:lvl4pPr>
      <a:lvl5pPr marL="2057400" indent="-228600" algn="l" rtl="0" eaLnBrk="0" fontAlgn="base" hangingPunct="0">
        <a:spcBef>
          <a:spcPct val="20000"/>
        </a:spcBef>
        <a:spcAft>
          <a:spcPct val="0"/>
        </a:spcAft>
        <a:buFont typeface="Wingdings" pitchFamily="2" charset="2"/>
        <a:buChar char="§"/>
        <a:defRPr sz="2000">
          <a:solidFill>
            <a:schemeClr val="tx1"/>
          </a:solidFill>
          <a:latin typeface="+mn-lt"/>
        </a:defRPr>
      </a:lvl5pPr>
      <a:lvl6pPr marL="2514600" indent="-228600" algn="l" rtl="0" fontAlgn="base">
        <a:spcBef>
          <a:spcPct val="20000"/>
        </a:spcBef>
        <a:spcAft>
          <a:spcPct val="0"/>
        </a:spcAft>
        <a:buFont typeface="Wingdings" pitchFamily="2" charset="2"/>
        <a:buChar char="§"/>
        <a:defRPr sz="2000">
          <a:solidFill>
            <a:schemeClr val="tx1"/>
          </a:solidFill>
          <a:latin typeface="+mn-lt"/>
        </a:defRPr>
      </a:lvl6pPr>
      <a:lvl7pPr marL="2971800" indent="-228600" algn="l" rtl="0" fontAlgn="base">
        <a:spcBef>
          <a:spcPct val="20000"/>
        </a:spcBef>
        <a:spcAft>
          <a:spcPct val="0"/>
        </a:spcAft>
        <a:buFont typeface="Wingdings" pitchFamily="2" charset="2"/>
        <a:buChar char="§"/>
        <a:defRPr sz="2000">
          <a:solidFill>
            <a:schemeClr val="tx1"/>
          </a:solidFill>
          <a:latin typeface="+mn-lt"/>
        </a:defRPr>
      </a:lvl7pPr>
      <a:lvl8pPr marL="3429000" indent="-228600" algn="l" rtl="0" fontAlgn="base">
        <a:spcBef>
          <a:spcPct val="20000"/>
        </a:spcBef>
        <a:spcAft>
          <a:spcPct val="0"/>
        </a:spcAft>
        <a:buFont typeface="Wingdings" pitchFamily="2" charset="2"/>
        <a:buChar char="§"/>
        <a:defRPr sz="2000">
          <a:solidFill>
            <a:schemeClr val="tx1"/>
          </a:solidFill>
          <a:latin typeface="+mn-lt"/>
        </a:defRPr>
      </a:lvl8pPr>
      <a:lvl9pPr marL="3886200" indent="-228600" algn="l" rtl="0" fontAlgn="base">
        <a:spcBef>
          <a:spcPct val="20000"/>
        </a:spcBef>
        <a:spcAft>
          <a:spcPct val="0"/>
        </a:spcAft>
        <a:buFont typeface="Wingdings" pitchFamily="2" charset="2"/>
        <a:buChar char="§"/>
        <a:defRPr sz="2000">
          <a:solidFill>
            <a:schemeClr val="tx1"/>
          </a:solidFill>
          <a:latin typeface="+mn-lt"/>
        </a:defRPr>
      </a:lvl9pPr>
    </p:bodyStyle>
    <p:other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5122" name="Picture 2" descr="4538031"/>
          <p:cNvPicPr>
            <a:picLocks noChangeAspect="1" noChangeArrowheads="1"/>
          </p:cNvPicPr>
          <p:nvPr/>
        </p:nvPicPr>
        <p:blipFill>
          <a:blip r:embed="rId3" cstate="print"/>
          <a:srcRect/>
          <a:stretch>
            <a:fillRect/>
          </a:stretch>
        </p:blipFill>
        <p:spPr bwMode="auto">
          <a:xfrm>
            <a:off x="0" y="0"/>
            <a:ext cx="9144000" cy="6858000"/>
          </a:xfrm>
          <a:prstGeom prst="rect">
            <a:avLst/>
          </a:prstGeom>
          <a:noFill/>
          <a:ln w="9525">
            <a:noFill/>
            <a:miter lim="800000"/>
            <a:headEnd/>
            <a:tailEnd/>
          </a:ln>
        </p:spPr>
      </p:pic>
      <p:sp>
        <p:nvSpPr>
          <p:cNvPr id="5123" name="Rectangle 3"/>
          <p:cNvSpPr>
            <a:spLocks noChangeArrowheads="1"/>
          </p:cNvSpPr>
          <p:nvPr/>
        </p:nvSpPr>
        <p:spPr bwMode="auto">
          <a:xfrm>
            <a:off x="755650" y="4868863"/>
            <a:ext cx="7704138" cy="1944687"/>
          </a:xfrm>
          <a:prstGeom prst="rect">
            <a:avLst/>
          </a:prstGeom>
          <a:noFill/>
          <a:ln w="9525">
            <a:noFill/>
            <a:miter lim="800000"/>
            <a:headEnd/>
            <a:tailEnd/>
          </a:ln>
        </p:spPr>
        <p:txBody>
          <a:bodyPr lIns="91432" tIns="45716" rIns="91432" bIns="45716" anchor="ctr"/>
          <a:lstStyle/>
          <a:p>
            <a:pPr eaLnBrk="1" hangingPunct="1"/>
            <a:r>
              <a:rPr lang="en-US" altLang="cs-CZ" sz="2200" b="1" dirty="0" err="1">
                <a:solidFill>
                  <a:schemeClr val="bg1"/>
                </a:solidFill>
              </a:rPr>
              <a:t>vaclav.trojan</a:t>
            </a:r>
            <a:r>
              <a:rPr lang="cs-CZ" altLang="cs-CZ" sz="2200" b="1" dirty="0">
                <a:solidFill>
                  <a:schemeClr val="bg1"/>
                </a:solidFill>
              </a:rPr>
              <a:t>@syntea.cz</a:t>
            </a:r>
            <a:endParaRPr lang="en-US" altLang="cs-CZ" sz="2200" b="1" dirty="0">
              <a:solidFill>
                <a:schemeClr val="bg1"/>
              </a:solidFill>
            </a:endParaRPr>
          </a:p>
          <a:p>
            <a:pPr eaLnBrk="1" hangingPunct="1"/>
            <a:r>
              <a:rPr lang="en-US" altLang="cs-CZ" sz="2200" b="1" dirty="0">
                <a:solidFill>
                  <a:schemeClr val="bg1"/>
                </a:solidFill>
              </a:rPr>
              <a:t>2</a:t>
            </a:r>
            <a:r>
              <a:rPr lang="cs-CZ" altLang="cs-CZ" sz="2200" b="1" dirty="0">
                <a:solidFill>
                  <a:schemeClr val="bg1"/>
                </a:solidFill>
              </a:rPr>
              <a:t>.</a:t>
            </a:r>
            <a:r>
              <a:rPr lang="en-US" altLang="cs-CZ" sz="2200" b="1" dirty="0">
                <a:solidFill>
                  <a:schemeClr val="bg1"/>
                </a:solidFill>
              </a:rPr>
              <a:t>6</a:t>
            </a:r>
            <a:r>
              <a:rPr lang="cs-CZ" altLang="cs-CZ" sz="2200" b="1" dirty="0">
                <a:solidFill>
                  <a:schemeClr val="bg1"/>
                </a:solidFill>
              </a:rPr>
              <a:t>.20</a:t>
            </a:r>
            <a:r>
              <a:rPr lang="en-US" altLang="cs-CZ" sz="2200" b="1" dirty="0">
                <a:solidFill>
                  <a:schemeClr val="bg1"/>
                </a:solidFill>
              </a:rPr>
              <a:t>21</a:t>
            </a:r>
            <a:endParaRPr lang="cs-CZ" altLang="cs-CZ" sz="2200" b="1" dirty="0">
              <a:solidFill>
                <a:schemeClr val="bg1"/>
              </a:solidFill>
            </a:endParaRPr>
          </a:p>
        </p:txBody>
      </p:sp>
      <p:sp>
        <p:nvSpPr>
          <p:cNvPr id="5124" name="Rectangle 4"/>
          <p:cNvSpPr>
            <a:spLocks noChangeArrowheads="1"/>
          </p:cNvSpPr>
          <p:nvPr/>
        </p:nvSpPr>
        <p:spPr bwMode="auto">
          <a:xfrm>
            <a:off x="250825" y="2205038"/>
            <a:ext cx="8607425" cy="2447925"/>
          </a:xfrm>
          <a:prstGeom prst="rect">
            <a:avLst/>
          </a:prstGeom>
          <a:noFill/>
          <a:ln w="9525">
            <a:noFill/>
            <a:miter lim="800000"/>
            <a:headEnd/>
            <a:tailEnd/>
          </a:ln>
        </p:spPr>
        <p:txBody>
          <a:bodyPr lIns="91432" tIns="45716" rIns="91432" bIns="45716" anchor="ctr"/>
          <a:lstStyle/>
          <a:p>
            <a:pPr eaLnBrk="1" hangingPunct="1"/>
            <a:r>
              <a:rPr lang="cs-CZ" altLang="cs-CZ" sz="5600" b="1" dirty="0">
                <a:solidFill>
                  <a:schemeClr val="bg1"/>
                </a:solidFill>
              </a:rPr>
              <a:t>X-</a:t>
            </a:r>
            <a:r>
              <a:rPr lang="cs-CZ" altLang="cs-CZ" sz="5600" b="1" dirty="0" err="1">
                <a:solidFill>
                  <a:schemeClr val="bg1"/>
                </a:solidFill>
              </a:rPr>
              <a:t>defini</a:t>
            </a:r>
            <a:r>
              <a:rPr lang="en-US" altLang="cs-CZ" sz="5600" b="1" dirty="0" err="1">
                <a:solidFill>
                  <a:schemeClr val="bg1"/>
                </a:solidFill>
              </a:rPr>
              <a:t>tion</a:t>
            </a:r>
            <a:r>
              <a:rPr lang="en-US" altLang="cs-CZ" sz="5600" b="1" dirty="0">
                <a:solidFill>
                  <a:schemeClr val="bg1"/>
                </a:solidFill>
              </a:rPr>
              <a:t> and XON</a:t>
            </a:r>
            <a:r>
              <a:rPr lang="cs-CZ" altLang="cs-CZ" sz="2800" b="1" dirty="0">
                <a:solidFill>
                  <a:schemeClr val="bg1"/>
                </a:solidFill>
              </a:rPr>
              <a:t> </a:t>
            </a:r>
            <a:br>
              <a:rPr lang="cs-CZ" altLang="cs-CZ" sz="6600" b="1" dirty="0">
                <a:solidFill>
                  <a:schemeClr val="bg1"/>
                </a:solidFill>
              </a:rPr>
            </a:br>
            <a:br>
              <a:rPr lang="cs-CZ" altLang="cs-CZ" sz="1100" b="1" dirty="0">
                <a:solidFill>
                  <a:schemeClr val="bg1"/>
                </a:solidFill>
              </a:rPr>
            </a:br>
            <a:endParaRPr lang="cs-CZ" altLang="cs-CZ" sz="2200" b="1" dirty="0">
              <a:solidFill>
                <a:schemeClr val="bg1"/>
              </a:solidFill>
            </a:endParaRPr>
          </a:p>
        </p:txBody>
      </p:sp>
      <p:pic>
        <p:nvPicPr>
          <p:cNvPr id="5125" name="Picture 5" descr="syntea logo negativni na purpurove plose_stredni"/>
          <p:cNvPicPr>
            <a:picLocks noChangeAspect="1" noChangeArrowheads="1"/>
          </p:cNvPicPr>
          <p:nvPr/>
        </p:nvPicPr>
        <p:blipFill>
          <a:blip r:embed="rId4" cstate="print"/>
          <a:srcRect/>
          <a:stretch>
            <a:fillRect/>
          </a:stretch>
        </p:blipFill>
        <p:spPr bwMode="auto">
          <a:xfrm>
            <a:off x="898525" y="0"/>
            <a:ext cx="1450975" cy="1438275"/>
          </a:xfrm>
          <a:prstGeom prst="rect">
            <a:avLst/>
          </a:prstGeom>
          <a:noFill/>
          <a:ln w="9525">
            <a:noFill/>
            <a:miter lim="800000"/>
            <a:headEnd/>
            <a:tailEnd/>
          </a:ln>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Rectangle 3"/>
          <p:cNvSpPr txBox="1">
            <a:spLocks noChangeArrowheads="1"/>
          </p:cNvSpPr>
          <p:nvPr/>
        </p:nvSpPr>
        <p:spPr bwMode="auto">
          <a:xfrm>
            <a:off x="827584" y="913854"/>
            <a:ext cx="7858125" cy="642938"/>
          </a:xfrm>
          <a:prstGeom prst="rect">
            <a:avLst/>
          </a:prstGeom>
          <a:noFill/>
          <a:ln w="9525">
            <a:noFill/>
            <a:miter lim="800000"/>
            <a:headEnd/>
            <a:tailEnd/>
          </a:ln>
          <a:effectLst/>
        </p:spPr>
        <p:txBody>
          <a:bodyPr lIns="36000" tIns="0" rIns="36000" bIns="36000"/>
          <a:lstStyle/>
          <a:p>
            <a:pPr eaLnBrk="1" hangingPunct="1">
              <a:lnSpc>
                <a:spcPct val="120000"/>
              </a:lnSpc>
              <a:spcBef>
                <a:spcPct val="20000"/>
              </a:spcBef>
              <a:buFont typeface="Wingdings" pitchFamily="2" charset="2"/>
              <a:buNone/>
              <a:defRPr/>
            </a:pPr>
            <a:r>
              <a:rPr lang="en-US" sz="3600" b="1" kern="0" dirty="0">
                <a:solidFill>
                  <a:srgbClr val="CA0383"/>
                </a:solidFill>
                <a:latin typeface="Calibri" panose="020F0502020204030204" pitchFamily="34" charset="0"/>
              </a:rPr>
              <a:t>What we will focus</a:t>
            </a:r>
            <a:endParaRPr lang="cs-CZ" sz="3600" b="1" kern="0" dirty="0">
              <a:solidFill>
                <a:srgbClr val="CA0383"/>
              </a:solidFill>
              <a:latin typeface="Calibri" panose="020F0502020204030204" pitchFamily="34" charset="0"/>
            </a:endParaRPr>
          </a:p>
        </p:txBody>
      </p:sp>
      <p:sp>
        <p:nvSpPr>
          <p:cNvPr id="27" name="Rectangle 3"/>
          <p:cNvSpPr txBox="1">
            <a:spLocks noChangeArrowheads="1"/>
          </p:cNvSpPr>
          <p:nvPr/>
        </p:nvSpPr>
        <p:spPr bwMode="auto">
          <a:xfrm>
            <a:off x="357188" y="1701354"/>
            <a:ext cx="8137525" cy="3383830"/>
          </a:xfrm>
          <a:prstGeom prst="rect">
            <a:avLst/>
          </a:prstGeom>
          <a:noFill/>
          <a:ln w="9525">
            <a:noFill/>
            <a:miter lim="800000"/>
            <a:headEnd/>
            <a:tailEnd/>
          </a:ln>
          <a:effectLst/>
        </p:spPr>
        <p:txBody>
          <a:bodyPr lIns="36000" tIns="0" rIns="36000" bIns="36000"/>
          <a:lstStyle/>
          <a:p>
            <a:pPr marL="457200" indent="-457200" algn="just" eaLnBrk="1" hangingPunct="1">
              <a:spcBef>
                <a:spcPts val="1800"/>
              </a:spcBef>
              <a:buFont typeface="Wingdings" panose="05000000000000000000" pitchFamily="2" charset="2"/>
              <a:buChar char="Ø"/>
              <a:defRPr/>
            </a:pPr>
            <a:r>
              <a:rPr lang="en-US" sz="2400" b="1" kern="0" dirty="0" err="1">
                <a:solidFill>
                  <a:srgbClr val="0000FF"/>
                </a:solidFill>
                <a:latin typeface="Calibri" panose="020F0502020204030204" pitchFamily="34" charset="0"/>
              </a:rPr>
              <a:t>Comparision</a:t>
            </a:r>
            <a:r>
              <a:rPr lang="en-US" sz="2400" b="1" kern="0" dirty="0">
                <a:solidFill>
                  <a:srgbClr val="0000FF"/>
                </a:solidFill>
                <a:latin typeface="Calibri" panose="020F0502020204030204" pitchFamily="34" charset="0"/>
              </a:rPr>
              <a:t> of</a:t>
            </a:r>
            <a:r>
              <a:rPr lang="cs-CZ" sz="2400" b="1" kern="0" dirty="0">
                <a:solidFill>
                  <a:srgbClr val="0000FF"/>
                </a:solidFill>
                <a:latin typeface="Calibri" panose="020F0502020204030204" pitchFamily="34" charset="0"/>
              </a:rPr>
              <a:t> XML, JSON, YAML (</a:t>
            </a:r>
            <a:r>
              <a:rPr lang="en-US" sz="2400" b="1" kern="0" dirty="0">
                <a:solidFill>
                  <a:srgbClr val="0000FF"/>
                </a:solidFill>
                <a:latin typeface="Calibri" panose="020F0502020204030204" pitchFamily="34" charset="0"/>
              </a:rPr>
              <a:t>TOML</a:t>
            </a:r>
            <a:r>
              <a:rPr lang="cs-CZ" sz="2400" b="1" kern="0" dirty="0">
                <a:solidFill>
                  <a:srgbClr val="0000FF"/>
                </a:solidFill>
                <a:latin typeface="Calibri" panose="020F0502020204030204" pitchFamily="34" charset="0"/>
              </a:rPr>
              <a:t>, INI</a:t>
            </a:r>
            <a:r>
              <a:rPr lang="en-US" sz="2400" b="1" kern="0" dirty="0">
                <a:solidFill>
                  <a:srgbClr val="0000FF"/>
                </a:solidFill>
                <a:latin typeface="Calibri" panose="020F0502020204030204" pitchFamily="34" charset="0"/>
              </a:rPr>
              <a:t>, Properties …</a:t>
            </a:r>
            <a:r>
              <a:rPr lang="cs-CZ" sz="2400" b="1" kern="0" dirty="0">
                <a:solidFill>
                  <a:srgbClr val="0000FF"/>
                </a:solidFill>
                <a:latin typeface="Calibri" panose="020F0502020204030204" pitchFamily="34" charset="0"/>
              </a:rPr>
              <a:t>) </a:t>
            </a:r>
          </a:p>
          <a:p>
            <a:pPr marL="457200" indent="-457200" algn="just" eaLnBrk="1" hangingPunct="1">
              <a:spcBef>
                <a:spcPts val="1800"/>
              </a:spcBef>
              <a:buFont typeface="Wingdings" panose="05000000000000000000" pitchFamily="2" charset="2"/>
              <a:buChar char="Ø"/>
              <a:defRPr/>
            </a:pPr>
            <a:r>
              <a:rPr lang="en-US" sz="2400" b="1" kern="0" dirty="0">
                <a:solidFill>
                  <a:srgbClr val="C00000"/>
                </a:solidFill>
                <a:latin typeface="Calibri" panose="020F0502020204030204" pitchFamily="34" charset="0"/>
              </a:rPr>
              <a:t>Description of </a:t>
            </a:r>
            <a:r>
              <a:rPr lang="cs-CZ" sz="2400" b="1" kern="0" dirty="0">
                <a:solidFill>
                  <a:srgbClr val="C00000"/>
                </a:solidFill>
                <a:latin typeface="Calibri" panose="020F0502020204030204" pitchFamily="34" charset="0"/>
              </a:rPr>
              <a:t>XON.</a:t>
            </a:r>
          </a:p>
          <a:p>
            <a:pPr marL="457200" indent="-457200" algn="just" eaLnBrk="1" hangingPunct="1">
              <a:spcBef>
                <a:spcPts val="1800"/>
              </a:spcBef>
              <a:buFont typeface="Wingdings" panose="05000000000000000000" pitchFamily="2" charset="2"/>
              <a:buChar char="Ø"/>
              <a:defRPr/>
            </a:pPr>
            <a:endParaRPr lang="cs-CZ" sz="2400" b="1" kern="0" dirty="0">
              <a:solidFill>
                <a:srgbClr val="C00000"/>
              </a:solidFill>
              <a:latin typeface="Calibri" panose="020F0502020204030204" pitchFamily="34" charset="0"/>
            </a:endParaRPr>
          </a:p>
          <a:p>
            <a:pPr marL="457200" indent="-457200" algn="just" eaLnBrk="1" hangingPunct="1">
              <a:spcBef>
                <a:spcPts val="1800"/>
              </a:spcBef>
              <a:buFont typeface="Wingdings" panose="05000000000000000000" pitchFamily="2" charset="2"/>
              <a:buChar char="Ø"/>
              <a:defRPr/>
            </a:pPr>
            <a:endParaRPr lang="cs-CZ" altLang="cs-CZ" sz="1600" b="1" dirty="0">
              <a:latin typeface="Calibri" panose="020F0502020204030204" pitchFamily="34" charset="0"/>
            </a:endParaRPr>
          </a:p>
        </p:txBody>
      </p:sp>
      <p:cxnSp>
        <p:nvCxnSpPr>
          <p:cNvPr id="5" name="Přímá spojnice 4"/>
          <p:cNvCxnSpPr/>
          <p:nvPr/>
        </p:nvCxnSpPr>
        <p:spPr bwMode="auto">
          <a:xfrm>
            <a:off x="804863" y="6309320"/>
            <a:ext cx="7561262" cy="0"/>
          </a:xfrm>
          <a:prstGeom prst="line">
            <a:avLst/>
          </a:prstGeom>
          <a:ln w="158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2" name="Zástupný symbol pro zápatí 11"/>
          <p:cNvSpPr>
            <a:spLocks noGrp="1"/>
          </p:cNvSpPr>
          <p:nvPr>
            <p:ph type="ftr" sz="quarter" idx="10"/>
          </p:nvPr>
        </p:nvSpPr>
        <p:spPr/>
        <p:txBody>
          <a:bodyPr/>
          <a:lstStyle/>
          <a:p>
            <a:pPr>
              <a:defRPr/>
            </a:pPr>
            <a:r>
              <a:rPr lang="cs-CZ" b="1" kern="0" dirty="0">
                <a:solidFill>
                  <a:srgbClr val="CA0383"/>
                </a:solidFill>
                <a:latin typeface="Calibri" panose="020F0502020204030204" pitchFamily="34" charset="0"/>
              </a:rPr>
              <a:t>www.syntea.cz</a:t>
            </a:r>
          </a:p>
        </p:txBody>
      </p:sp>
      <p:sp>
        <p:nvSpPr>
          <p:cNvPr id="7174" name="Zástupný symbol pro číslo snímku 12"/>
          <p:cNvSpPr>
            <a:spLocks noGrp="1"/>
          </p:cNvSpPr>
          <p:nvPr>
            <p:ph type="sldNum" sz="quarter" idx="11"/>
          </p:nvPr>
        </p:nvSpPr>
        <p:spPr>
          <a:noFill/>
        </p:spPr>
        <p:txBody>
          <a:bodyPr/>
          <a:lstStyle/>
          <a:p>
            <a:fld id="{3FD4A6DE-255A-4C0E-A52E-71B2D7B9E259}" type="slidenum">
              <a:rPr lang="cs-CZ" altLang="cs-CZ">
                <a:latin typeface="Calibri" pitchFamily="34" charset="0"/>
              </a:rPr>
              <a:pPr/>
              <a:t>2</a:t>
            </a:fld>
            <a:endParaRPr lang="cs-CZ" altLang="cs-CZ">
              <a:latin typeface="Calibri" pitchFamily="34" charset="0"/>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Rectangle 3"/>
          <p:cNvSpPr txBox="1">
            <a:spLocks noChangeArrowheads="1"/>
          </p:cNvSpPr>
          <p:nvPr/>
        </p:nvSpPr>
        <p:spPr bwMode="auto">
          <a:xfrm>
            <a:off x="827584" y="841846"/>
            <a:ext cx="7858125" cy="642938"/>
          </a:xfrm>
          <a:prstGeom prst="rect">
            <a:avLst/>
          </a:prstGeom>
          <a:noFill/>
          <a:ln w="9525">
            <a:noFill/>
            <a:miter lim="800000"/>
            <a:headEnd/>
            <a:tailEnd/>
          </a:ln>
          <a:effectLst/>
        </p:spPr>
        <p:txBody>
          <a:bodyPr lIns="36000" tIns="0" rIns="36000" bIns="36000"/>
          <a:lstStyle/>
          <a:p>
            <a:pPr eaLnBrk="1" hangingPunct="1">
              <a:lnSpc>
                <a:spcPct val="120000"/>
              </a:lnSpc>
              <a:spcBef>
                <a:spcPct val="20000"/>
              </a:spcBef>
              <a:buFont typeface="Wingdings" pitchFamily="2" charset="2"/>
              <a:buNone/>
              <a:defRPr/>
            </a:pPr>
            <a:r>
              <a:rPr lang="cs-CZ" sz="3600" b="1" kern="0" dirty="0">
                <a:solidFill>
                  <a:srgbClr val="CA0383"/>
                </a:solidFill>
                <a:latin typeface="Calibri" panose="020F0502020204030204" pitchFamily="34" charset="0"/>
              </a:rPr>
              <a:t>XML – </a:t>
            </a:r>
            <a:r>
              <a:rPr lang="cs-CZ" sz="3600" b="1" kern="0" dirty="0" err="1">
                <a:solidFill>
                  <a:srgbClr val="CA0383"/>
                </a:solidFill>
                <a:latin typeface="Calibri" panose="020F0502020204030204" pitchFamily="34" charset="0"/>
              </a:rPr>
              <a:t>eXtensible</a:t>
            </a:r>
            <a:r>
              <a:rPr lang="cs-CZ" sz="3600" b="1" kern="0" dirty="0">
                <a:solidFill>
                  <a:srgbClr val="CA0383"/>
                </a:solidFill>
                <a:latin typeface="Calibri" panose="020F0502020204030204" pitchFamily="34" charset="0"/>
              </a:rPr>
              <a:t> </a:t>
            </a:r>
            <a:r>
              <a:rPr lang="cs-CZ" sz="3600" b="1" kern="0" dirty="0" err="1">
                <a:solidFill>
                  <a:srgbClr val="CA0383"/>
                </a:solidFill>
                <a:latin typeface="Calibri" panose="020F0502020204030204" pitchFamily="34" charset="0"/>
              </a:rPr>
              <a:t>Markup</a:t>
            </a:r>
            <a:r>
              <a:rPr lang="cs-CZ" sz="3600" b="1" kern="0" dirty="0">
                <a:solidFill>
                  <a:srgbClr val="CA0383"/>
                </a:solidFill>
                <a:latin typeface="Calibri" panose="020F0502020204030204" pitchFamily="34" charset="0"/>
              </a:rPr>
              <a:t> </a:t>
            </a:r>
            <a:r>
              <a:rPr lang="cs-CZ" sz="3600" b="1" kern="0" dirty="0" err="1">
                <a:solidFill>
                  <a:srgbClr val="CA0383"/>
                </a:solidFill>
                <a:latin typeface="Calibri" panose="020F0502020204030204" pitchFamily="34" charset="0"/>
              </a:rPr>
              <a:t>Language</a:t>
            </a:r>
            <a:endParaRPr lang="cs-CZ" sz="3600" b="1" kern="0" dirty="0">
              <a:solidFill>
                <a:srgbClr val="CA0383"/>
              </a:solidFill>
              <a:latin typeface="Calibri" panose="020F0502020204030204" pitchFamily="34" charset="0"/>
            </a:endParaRPr>
          </a:p>
        </p:txBody>
      </p:sp>
      <p:sp>
        <p:nvSpPr>
          <p:cNvPr id="27" name="Rectangle 3"/>
          <p:cNvSpPr txBox="1">
            <a:spLocks noChangeArrowheads="1"/>
          </p:cNvSpPr>
          <p:nvPr/>
        </p:nvSpPr>
        <p:spPr bwMode="auto">
          <a:xfrm>
            <a:off x="357188" y="1556792"/>
            <a:ext cx="8137525" cy="4752528"/>
          </a:xfrm>
          <a:prstGeom prst="rect">
            <a:avLst/>
          </a:prstGeom>
          <a:noFill/>
          <a:ln w="9525">
            <a:noFill/>
            <a:miter lim="800000"/>
            <a:headEnd/>
            <a:tailEnd/>
          </a:ln>
          <a:effectLst/>
        </p:spPr>
        <p:txBody>
          <a:bodyPr lIns="36000" tIns="0" rIns="36000" bIns="36000"/>
          <a:lstStyle/>
          <a:p>
            <a:pPr algn="just" eaLnBrk="1" hangingPunct="1">
              <a:spcBef>
                <a:spcPts val="1800"/>
              </a:spcBef>
              <a:defRPr/>
            </a:pPr>
            <a:r>
              <a:rPr lang="en-US" sz="2000" b="1" kern="0" dirty="0">
                <a:solidFill>
                  <a:srgbClr val="0000FF"/>
                </a:solidFill>
                <a:latin typeface="Calibri" panose="020F0502020204030204" pitchFamily="34" charset="0"/>
              </a:rPr>
              <a:t>XML is elements, attributes and their values, and sequences of children (elements or text values). Attribute values and text values are strings.</a:t>
            </a:r>
          </a:p>
          <a:p>
            <a:pPr algn="just" eaLnBrk="1" hangingPunct="1">
              <a:spcBef>
                <a:spcPts val="1800"/>
              </a:spcBef>
              <a:defRPr/>
            </a:pPr>
            <a:r>
              <a:rPr lang="en-US" sz="2000" b="1" kern="0" dirty="0">
                <a:solidFill>
                  <a:srgbClr val="0000FF"/>
                </a:solidFill>
                <a:latin typeface="Calibri" panose="020F0502020204030204" pitchFamily="34" charset="0"/>
              </a:rPr>
              <a:t>The properties of XML documents can be described externally in XML schemas, RELAX-NG, or X-definitions. The XML data model is:</a:t>
            </a:r>
            <a:r>
              <a:rPr lang="cs-CZ" sz="2000" b="1" kern="0" dirty="0">
                <a:solidFill>
                  <a:srgbClr val="0000FF"/>
                </a:solidFill>
                <a:latin typeface="Calibri" panose="020F0502020204030204" pitchFamily="34" charset="0"/>
              </a:rPr>
              <a:t>W3C DOM, </a:t>
            </a:r>
            <a:r>
              <a:rPr lang="en-US" sz="2000" b="1" kern="0" dirty="0">
                <a:solidFill>
                  <a:srgbClr val="0000FF"/>
                </a:solidFill>
                <a:latin typeface="Calibri" panose="020F0502020204030204" pitchFamily="34" charset="0"/>
              </a:rPr>
              <a:t>where</a:t>
            </a:r>
            <a:r>
              <a:rPr lang="cs-CZ" sz="2000" b="1" kern="0" dirty="0">
                <a:solidFill>
                  <a:srgbClr val="0000FF"/>
                </a:solidFill>
                <a:latin typeface="Calibri" panose="020F0502020204030204" pitchFamily="34" charset="0"/>
              </a:rPr>
              <a:t> </a:t>
            </a:r>
            <a:r>
              <a:rPr lang="en-US" sz="2000" b="1" kern="0" dirty="0">
                <a:solidFill>
                  <a:srgbClr val="0000FF"/>
                </a:solidFill>
                <a:latin typeface="Calibri" panose="020F0502020204030204" pitchFamily="34" charset="0"/>
              </a:rPr>
              <a:t>values</a:t>
            </a:r>
            <a:r>
              <a:rPr lang="cs-CZ" sz="2000" b="1" kern="0" dirty="0">
                <a:solidFill>
                  <a:srgbClr val="0000FF"/>
                </a:solidFill>
                <a:latin typeface="Calibri" panose="020F0502020204030204" pitchFamily="34" charset="0"/>
              </a:rPr>
              <a:t> </a:t>
            </a:r>
            <a:r>
              <a:rPr lang="en-US" sz="2000" b="1" kern="0" dirty="0">
                <a:solidFill>
                  <a:srgbClr val="0000FF"/>
                </a:solidFill>
                <a:latin typeface="Calibri" panose="020F0502020204030204" pitchFamily="34" charset="0"/>
              </a:rPr>
              <a:t>of </a:t>
            </a:r>
            <a:r>
              <a:rPr lang="cs-CZ" sz="2000" b="1" kern="0" dirty="0" err="1">
                <a:solidFill>
                  <a:srgbClr val="0000FF"/>
                </a:solidFill>
                <a:latin typeface="Calibri" panose="020F0502020204030204" pitchFamily="34" charset="0"/>
              </a:rPr>
              <a:t>at</a:t>
            </a:r>
            <a:r>
              <a:rPr lang="en-US" sz="2000" b="1" kern="0" dirty="0">
                <a:solidFill>
                  <a:srgbClr val="0000FF"/>
                </a:solidFill>
                <a:latin typeface="Calibri" panose="020F0502020204030204" pitchFamily="34" charset="0"/>
              </a:rPr>
              <a:t>t</a:t>
            </a:r>
            <a:r>
              <a:rPr lang="cs-CZ" sz="2000" b="1" kern="0" dirty="0" err="1">
                <a:solidFill>
                  <a:srgbClr val="0000FF"/>
                </a:solidFill>
                <a:latin typeface="Calibri" panose="020F0502020204030204" pitchFamily="34" charset="0"/>
              </a:rPr>
              <a:t>ribut</a:t>
            </a:r>
            <a:r>
              <a:rPr lang="en-US" sz="2000" b="1" kern="0" dirty="0">
                <a:solidFill>
                  <a:srgbClr val="0000FF"/>
                </a:solidFill>
                <a:latin typeface="Calibri" panose="020F0502020204030204" pitchFamily="34" charset="0"/>
              </a:rPr>
              <a:t>es</a:t>
            </a:r>
            <a:r>
              <a:rPr lang="cs-CZ" sz="2000" b="1" kern="0" dirty="0">
                <a:solidFill>
                  <a:srgbClr val="0000FF"/>
                </a:solidFill>
                <a:latin typeface="Calibri" panose="020F0502020204030204" pitchFamily="34" charset="0"/>
              </a:rPr>
              <a:t> a</a:t>
            </a:r>
            <a:r>
              <a:rPr lang="en-US" sz="2000" b="1" kern="0" dirty="0" err="1">
                <a:solidFill>
                  <a:srgbClr val="0000FF"/>
                </a:solidFill>
                <a:latin typeface="Calibri" panose="020F0502020204030204" pitchFamily="34" charset="0"/>
              </a:rPr>
              <a:t>nd</a:t>
            </a:r>
            <a:r>
              <a:rPr lang="cs-CZ" sz="2000" b="1" kern="0" dirty="0">
                <a:solidFill>
                  <a:srgbClr val="0000FF"/>
                </a:solidFill>
                <a:latin typeface="Calibri" panose="020F0502020204030204" pitchFamily="34" charset="0"/>
              </a:rPr>
              <a:t> </a:t>
            </a:r>
            <a:r>
              <a:rPr lang="en-US" sz="2000" b="1" kern="0" dirty="0">
                <a:solidFill>
                  <a:srgbClr val="0000FF"/>
                </a:solidFill>
                <a:latin typeface="Calibri" panose="020F0502020204030204" pitchFamily="34" charset="0"/>
              </a:rPr>
              <a:t>of </a:t>
            </a:r>
            <a:r>
              <a:rPr lang="cs-CZ" sz="2000" b="1" kern="0" dirty="0">
                <a:solidFill>
                  <a:srgbClr val="0000FF"/>
                </a:solidFill>
                <a:latin typeface="Calibri" panose="020F0502020204030204" pitchFamily="34" charset="0"/>
              </a:rPr>
              <a:t>text </a:t>
            </a:r>
            <a:r>
              <a:rPr lang="en-US" sz="2000" b="1" kern="0" dirty="0">
                <a:solidFill>
                  <a:srgbClr val="0000FF"/>
                </a:solidFill>
                <a:latin typeface="Calibri" panose="020F0502020204030204" pitchFamily="34" charset="0"/>
              </a:rPr>
              <a:t>nodes</a:t>
            </a:r>
            <a:r>
              <a:rPr lang="cs-CZ" sz="2000" b="1" kern="0" dirty="0">
                <a:solidFill>
                  <a:srgbClr val="0000FF"/>
                </a:solidFill>
                <a:latin typeface="Calibri" panose="020F0502020204030204" pitchFamily="34" charset="0"/>
              </a:rPr>
              <a:t> </a:t>
            </a:r>
            <a:r>
              <a:rPr lang="en-US" sz="2000" b="1" kern="0" dirty="0">
                <a:solidFill>
                  <a:srgbClr val="0000FF"/>
                </a:solidFill>
                <a:latin typeface="Calibri" panose="020F0502020204030204" pitchFamily="34" charset="0"/>
              </a:rPr>
              <a:t>are</a:t>
            </a:r>
            <a:r>
              <a:rPr lang="cs-CZ" sz="2000" b="1" kern="0" dirty="0">
                <a:solidFill>
                  <a:srgbClr val="0000FF"/>
                </a:solidFill>
                <a:latin typeface="Calibri" panose="020F0502020204030204" pitchFamily="34" charset="0"/>
              </a:rPr>
              <a:t> </a:t>
            </a:r>
            <a:r>
              <a:rPr lang="cs-CZ" sz="2000" b="1" kern="0" dirty="0" err="1">
                <a:solidFill>
                  <a:srgbClr val="0000FF"/>
                </a:solidFill>
                <a:latin typeface="Calibri" panose="020F0502020204030204" pitchFamily="34" charset="0"/>
              </a:rPr>
              <a:t>string</a:t>
            </a:r>
            <a:r>
              <a:rPr lang="en-US" sz="2000" b="1" kern="0" dirty="0">
                <a:solidFill>
                  <a:srgbClr val="0000FF"/>
                </a:solidFill>
                <a:latin typeface="Calibri" panose="020F0502020204030204" pitchFamily="34" charset="0"/>
              </a:rPr>
              <a:t>s</a:t>
            </a:r>
            <a:r>
              <a:rPr lang="cs-CZ" sz="2000" b="1" kern="0" dirty="0">
                <a:solidFill>
                  <a:srgbClr val="0000FF"/>
                </a:solidFill>
                <a:latin typeface="Calibri" panose="020F0502020204030204" pitchFamily="34" charset="0"/>
              </a:rPr>
              <a:t>.</a:t>
            </a:r>
          </a:p>
          <a:p>
            <a:pPr marL="457200" indent="-457200" algn="just" eaLnBrk="1" hangingPunct="1">
              <a:spcBef>
                <a:spcPts val="1800"/>
              </a:spcBef>
              <a:buFont typeface="Wingdings" panose="05000000000000000000" pitchFamily="2" charset="2"/>
              <a:buChar char="Ø"/>
              <a:defRPr/>
            </a:pPr>
            <a:r>
              <a:rPr lang="en-US" sz="2000" b="1" kern="0" dirty="0">
                <a:solidFill>
                  <a:srgbClr val="0000FF"/>
                </a:solidFill>
                <a:latin typeface="Calibri" panose="020F0502020204030204" pitchFamily="34" charset="0"/>
              </a:rPr>
              <a:t>JAXB - Java object that has types taken from XML Schema</a:t>
            </a:r>
          </a:p>
          <a:p>
            <a:pPr marL="457200" indent="-457200" algn="just" eaLnBrk="1" hangingPunct="1">
              <a:spcBef>
                <a:spcPts val="1800"/>
              </a:spcBef>
              <a:buFont typeface="Wingdings" panose="05000000000000000000" pitchFamily="2" charset="2"/>
              <a:buChar char="Ø"/>
              <a:defRPr/>
            </a:pPr>
            <a:r>
              <a:rPr lang="en-US" sz="2000" b="1" kern="0" dirty="0">
                <a:solidFill>
                  <a:srgbClr val="0000FF"/>
                </a:solidFill>
                <a:latin typeface="Calibri" panose="020F0502020204030204" pitchFamily="34" charset="0"/>
              </a:rPr>
              <a:t>X-component - Java object, has types from X-definition</a:t>
            </a:r>
            <a:endParaRPr lang="cs-CZ" sz="2000" b="1" kern="0" dirty="0">
              <a:solidFill>
                <a:srgbClr val="0000FF"/>
              </a:solidFill>
              <a:latin typeface="Calibri" panose="020F0502020204030204" pitchFamily="34" charset="0"/>
            </a:endParaRPr>
          </a:p>
          <a:p>
            <a:pPr algn="just" eaLnBrk="1" hangingPunct="1">
              <a:spcBef>
                <a:spcPts val="1800"/>
              </a:spcBef>
              <a:defRPr/>
            </a:pPr>
            <a:r>
              <a:rPr lang="en-US" sz="2000" b="1" kern="0" dirty="0">
                <a:latin typeface="Calibri" panose="020F0502020204030204" pitchFamily="34" charset="0"/>
              </a:rPr>
              <a:t>Real work with XML data cannot be done without knowledge of the properties of the values that are described in the XML Schema, the RELAX-NG document or the X-definition.</a:t>
            </a:r>
            <a:endParaRPr lang="cs-CZ" sz="2000" b="1" kern="0" dirty="0">
              <a:latin typeface="Calibri" panose="020F0502020204030204" pitchFamily="34" charset="0"/>
            </a:endParaRPr>
          </a:p>
          <a:p>
            <a:pPr marL="457200" indent="-457200" algn="just" eaLnBrk="1" hangingPunct="1">
              <a:spcBef>
                <a:spcPts val="1800"/>
              </a:spcBef>
              <a:buFont typeface="Wingdings" panose="05000000000000000000" pitchFamily="2" charset="2"/>
              <a:buChar char="Ø"/>
              <a:defRPr/>
            </a:pPr>
            <a:endParaRPr lang="cs-CZ" sz="2400" b="1" kern="0" dirty="0">
              <a:solidFill>
                <a:srgbClr val="C00000"/>
              </a:solidFill>
              <a:latin typeface="Calibri" panose="020F0502020204030204" pitchFamily="34" charset="0"/>
            </a:endParaRPr>
          </a:p>
          <a:p>
            <a:pPr algn="just" eaLnBrk="1" hangingPunct="1">
              <a:spcBef>
                <a:spcPts val="1800"/>
              </a:spcBef>
              <a:defRPr/>
            </a:pPr>
            <a:endParaRPr lang="cs-CZ" altLang="cs-CZ" sz="1600" b="1" dirty="0">
              <a:latin typeface="Calibri" panose="020F0502020204030204" pitchFamily="34" charset="0"/>
            </a:endParaRPr>
          </a:p>
          <a:p>
            <a:pPr algn="just" eaLnBrk="1" hangingPunct="1">
              <a:spcBef>
                <a:spcPts val="1800"/>
              </a:spcBef>
              <a:defRPr/>
            </a:pPr>
            <a:endParaRPr lang="cs-CZ" altLang="cs-CZ" sz="1600" b="1" dirty="0">
              <a:latin typeface="Calibri" panose="020F0502020204030204" pitchFamily="34" charset="0"/>
            </a:endParaRPr>
          </a:p>
        </p:txBody>
      </p:sp>
      <p:cxnSp>
        <p:nvCxnSpPr>
          <p:cNvPr id="5" name="Přímá spojnice 4"/>
          <p:cNvCxnSpPr/>
          <p:nvPr/>
        </p:nvCxnSpPr>
        <p:spPr bwMode="auto">
          <a:xfrm>
            <a:off x="755576" y="6309320"/>
            <a:ext cx="7561262" cy="0"/>
          </a:xfrm>
          <a:prstGeom prst="line">
            <a:avLst/>
          </a:prstGeom>
          <a:ln w="158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2" name="Zástupný symbol pro zápatí 11"/>
          <p:cNvSpPr>
            <a:spLocks noGrp="1"/>
          </p:cNvSpPr>
          <p:nvPr>
            <p:ph type="ftr" sz="quarter" idx="10"/>
          </p:nvPr>
        </p:nvSpPr>
        <p:spPr>
          <a:xfrm>
            <a:off x="755650" y="6453336"/>
            <a:ext cx="6840538" cy="404664"/>
          </a:xfrm>
        </p:spPr>
        <p:txBody>
          <a:bodyPr/>
          <a:lstStyle/>
          <a:p>
            <a:pPr>
              <a:defRPr/>
            </a:pPr>
            <a:r>
              <a:rPr lang="cs-CZ" b="1" kern="0" dirty="0">
                <a:solidFill>
                  <a:srgbClr val="CA0383"/>
                </a:solidFill>
                <a:latin typeface="Calibri" panose="020F0502020204030204" pitchFamily="34" charset="0"/>
              </a:rPr>
              <a:t>www.syntea.cz</a:t>
            </a:r>
          </a:p>
        </p:txBody>
      </p:sp>
      <p:sp>
        <p:nvSpPr>
          <p:cNvPr id="7174" name="Zástupný symbol pro číslo snímku 12"/>
          <p:cNvSpPr>
            <a:spLocks noGrp="1"/>
          </p:cNvSpPr>
          <p:nvPr>
            <p:ph type="sldNum" sz="quarter" idx="11"/>
          </p:nvPr>
        </p:nvSpPr>
        <p:spPr>
          <a:noFill/>
        </p:spPr>
        <p:txBody>
          <a:bodyPr/>
          <a:lstStyle/>
          <a:p>
            <a:fld id="{3FD4A6DE-255A-4C0E-A52E-71B2D7B9E259}" type="slidenum">
              <a:rPr lang="cs-CZ" altLang="cs-CZ">
                <a:latin typeface="Calibri" pitchFamily="34" charset="0"/>
              </a:rPr>
              <a:pPr/>
              <a:t>3</a:t>
            </a:fld>
            <a:endParaRPr lang="cs-CZ" altLang="cs-CZ">
              <a:latin typeface="Calibri" pitchFamily="34" charset="0"/>
            </a:endParaRPr>
          </a:p>
        </p:txBody>
      </p:sp>
    </p:spTree>
    <p:extLst>
      <p:ext uri="{BB962C8B-B14F-4D97-AF65-F5344CB8AC3E}">
        <p14:creationId xmlns:p14="http://schemas.microsoft.com/office/powerpoint/2010/main" val="2517171352"/>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Rectangle 3"/>
          <p:cNvSpPr txBox="1">
            <a:spLocks noChangeArrowheads="1"/>
          </p:cNvSpPr>
          <p:nvPr/>
        </p:nvSpPr>
        <p:spPr bwMode="auto">
          <a:xfrm>
            <a:off x="827584" y="841846"/>
            <a:ext cx="7858125" cy="642938"/>
          </a:xfrm>
          <a:prstGeom prst="rect">
            <a:avLst/>
          </a:prstGeom>
          <a:noFill/>
          <a:ln w="9525">
            <a:noFill/>
            <a:miter lim="800000"/>
            <a:headEnd/>
            <a:tailEnd/>
          </a:ln>
          <a:effectLst/>
        </p:spPr>
        <p:txBody>
          <a:bodyPr lIns="36000" tIns="0" rIns="36000" bIns="36000"/>
          <a:lstStyle/>
          <a:p>
            <a:pPr eaLnBrk="1" hangingPunct="1">
              <a:lnSpc>
                <a:spcPct val="120000"/>
              </a:lnSpc>
              <a:spcBef>
                <a:spcPct val="20000"/>
              </a:spcBef>
              <a:buFont typeface="Wingdings" pitchFamily="2" charset="2"/>
              <a:buNone/>
              <a:defRPr/>
            </a:pPr>
            <a:r>
              <a:rPr lang="cs-CZ" sz="3600" b="1" kern="0" dirty="0">
                <a:solidFill>
                  <a:srgbClr val="CA0383"/>
                </a:solidFill>
                <a:latin typeface="Calibri" panose="020F0502020204030204" pitchFamily="34" charset="0"/>
              </a:rPr>
              <a:t>JSON – </a:t>
            </a:r>
            <a:r>
              <a:rPr lang="cs-CZ" sz="3600" b="1" kern="0" dirty="0" err="1">
                <a:solidFill>
                  <a:srgbClr val="CA0383"/>
                </a:solidFill>
                <a:latin typeface="Calibri" panose="020F0502020204030204" pitchFamily="34" charset="0"/>
              </a:rPr>
              <a:t>JavaSript</a:t>
            </a:r>
            <a:r>
              <a:rPr lang="cs-CZ" sz="3600" b="1" kern="0" dirty="0">
                <a:solidFill>
                  <a:srgbClr val="CA0383"/>
                </a:solidFill>
                <a:latin typeface="Calibri" panose="020F0502020204030204" pitchFamily="34" charset="0"/>
              </a:rPr>
              <a:t> </a:t>
            </a:r>
            <a:r>
              <a:rPr lang="cs-CZ" sz="3600" b="1" kern="0" dirty="0" err="1">
                <a:solidFill>
                  <a:srgbClr val="CA0383"/>
                </a:solidFill>
                <a:latin typeface="Calibri" panose="020F0502020204030204" pitchFamily="34" charset="0"/>
              </a:rPr>
              <a:t>Object</a:t>
            </a:r>
            <a:r>
              <a:rPr lang="cs-CZ" sz="3600" b="1" kern="0" dirty="0">
                <a:solidFill>
                  <a:srgbClr val="CA0383"/>
                </a:solidFill>
                <a:latin typeface="Calibri" panose="020F0502020204030204" pitchFamily="34" charset="0"/>
              </a:rPr>
              <a:t> </a:t>
            </a:r>
            <a:r>
              <a:rPr lang="cs-CZ" sz="3600" b="1" kern="0" dirty="0" err="1">
                <a:solidFill>
                  <a:srgbClr val="CA0383"/>
                </a:solidFill>
                <a:latin typeface="Calibri" panose="020F0502020204030204" pitchFamily="34" charset="0"/>
              </a:rPr>
              <a:t>Notation</a:t>
            </a:r>
            <a:endParaRPr lang="cs-CZ" sz="3600" b="1" kern="0" dirty="0">
              <a:solidFill>
                <a:srgbClr val="CA0383"/>
              </a:solidFill>
              <a:latin typeface="Calibri" panose="020F0502020204030204" pitchFamily="34" charset="0"/>
            </a:endParaRPr>
          </a:p>
        </p:txBody>
      </p:sp>
      <p:sp>
        <p:nvSpPr>
          <p:cNvPr id="27" name="Rectangle 3"/>
          <p:cNvSpPr txBox="1">
            <a:spLocks noChangeArrowheads="1"/>
          </p:cNvSpPr>
          <p:nvPr/>
        </p:nvSpPr>
        <p:spPr bwMode="auto">
          <a:xfrm>
            <a:off x="357188" y="1556792"/>
            <a:ext cx="8137525" cy="4752528"/>
          </a:xfrm>
          <a:prstGeom prst="rect">
            <a:avLst/>
          </a:prstGeom>
          <a:noFill/>
          <a:ln w="9525">
            <a:noFill/>
            <a:miter lim="800000"/>
            <a:headEnd/>
            <a:tailEnd/>
          </a:ln>
          <a:effectLst/>
        </p:spPr>
        <p:txBody>
          <a:bodyPr lIns="36000" tIns="0" rIns="36000" bIns="36000"/>
          <a:lstStyle/>
          <a:p>
            <a:pPr algn="just" eaLnBrk="1" hangingPunct="1">
              <a:spcBef>
                <a:spcPts val="1800"/>
              </a:spcBef>
              <a:defRPr/>
            </a:pPr>
            <a:r>
              <a:rPr lang="en-US" sz="2000" b="1" kern="0" dirty="0">
                <a:solidFill>
                  <a:srgbClr val="0000FF"/>
                </a:solidFill>
                <a:latin typeface="Calibri" panose="020F0502020204030204" pitchFamily="34" charset="0"/>
              </a:rPr>
              <a:t>JSON values in JSON can be maps, arrays, and primitive values. Maps contain a set of named values, arrays are sequences of values. Primitive values can be numbers, strings, </a:t>
            </a:r>
            <a:r>
              <a:rPr lang="en-US" sz="2000" b="1" kern="0" dirty="0" err="1">
                <a:solidFill>
                  <a:srgbClr val="0000FF"/>
                </a:solidFill>
                <a:latin typeface="Calibri" panose="020F0502020204030204" pitchFamily="34" charset="0"/>
              </a:rPr>
              <a:t>booleans</a:t>
            </a:r>
            <a:r>
              <a:rPr lang="en-US" sz="2000" b="1" kern="0" dirty="0">
                <a:solidFill>
                  <a:srgbClr val="0000FF"/>
                </a:solidFill>
                <a:latin typeface="Calibri" panose="020F0502020204030204" pitchFamily="34" charset="0"/>
              </a:rPr>
              <a:t>, and null. A named value is a pair of a name (string) and a value.</a:t>
            </a:r>
          </a:p>
          <a:p>
            <a:pPr algn="just" eaLnBrk="1" hangingPunct="1">
              <a:spcBef>
                <a:spcPts val="1800"/>
              </a:spcBef>
              <a:defRPr/>
            </a:pPr>
            <a:r>
              <a:rPr lang="en-US" sz="2000" b="1" kern="0" dirty="0">
                <a:solidFill>
                  <a:srgbClr val="0000FF"/>
                </a:solidFill>
                <a:latin typeface="Calibri" panose="020F0502020204030204" pitchFamily="34" charset="0"/>
              </a:rPr>
              <a:t>JSON document properties can be described externally in JSON schemas or X-definitions. The JSON data model is:</a:t>
            </a:r>
            <a:r>
              <a:rPr lang="cs-CZ" sz="2000" b="1" kern="0" dirty="0">
                <a:solidFill>
                  <a:srgbClr val="0000FF"/>
                </a:solidFill>
                <a:latin typeface="Calibri" panose="020F0502020204030204" pitchFamily="34" charset="0"/>
              </a:rPr>
              <a:t> </a:t>
            </a:r>
          </a:p>
          <a:p>
            <a:pPr marL="457200" indent="-457200" algn="just" eaLnBrk="1" hangingPunct="1">
              <a:spcBef>
                <a:spcPts val="1800"/>
              </a:spcBef>
              <a:buFont typeface="Wingdings" panose="05000000000000000000" pitchFamily="2" charset="2"/>
              <a:buChar char="Ø"/>
              <a:defRPr/>
            </a:pPr>
            <a:r>
              <a:rPr lang="en-US" sz="2000" b="1" kern="0" dirty="0">
                <a:solidFill>
                  <a:srgbClr val="0000FF"/>
                </a:solidFill>
                <a:latin typeface="Calibri" panose="020F0502020204030204" pitchFamily="34" charset="0"/>
              </a:rPr>
              <a:t>Map - Java Map, containing value names and their corresponding values</a:t>
            </a:r>
            <a:endParaRPr lang="cs-CZ" sz="2000" b="1" kern="0" dirty="0">
              <a:solidFill>
                <a:srgbClr val="0000FF"/>
              </a:solidFill>
              <a:latin typeface="Calibri" panose="020F0502020204030204" pitchFamily="34" charset="0"/>
            </a:endParaRPr>
          </a:p>
          <a:p>
            <a:pPr marL="457200" indent="-457200" algn="just" eaLnBrk="1" hangingPunct="1">
              <a:spcBef>
                <a:spcPts val="1800"/>
              </a:spcBef>
              <a:buFont typeface="Wingdings" panose="05000000000000000000" pitchFamily="2" charset="2"/>
              <a:buChar char="Ø"/>
              <a:defRPr/>
            </a:pPr>
            <a:r>
              <a:rPr lang="en-US" sz="2000" b="1" kern="0" dirty="0">
                <a:solidFill>
                  <a:srgbClr val="0000FF"/>
                </a:solidFill>
                <a:latin typeface="Calibri" panose="020F0502020204030204" pitchFamily="34" charset="0"/>
              </a:rPr>
              <a:t>Array - Java Array, array elements are JSON values</a:t>
            </a:r>
            <a:endParaRPr lang="cs-CZ" sz="2000" b="1" kern="0" dirty="0">
              <a:solidFill>
                <a:srgbClr val="0000FF"/>
              </a:solidFill>
              <a:latin typeface="Calibri" panose="020F0502020204030204" pitchFamily="34" charset="0"/>
            </a:endParaRPr>
          </a:p>
          <a:p>
            <a:pPr marL="457200" indent="-457200" algn="just" eaLnBrk="1" hangingPunct="1">
              <a:spcBef>
                <a:spcPts val="1800"/>
              </a:spcBef>
              <a:buFont typeface="Wingdings" panose="05000000000000000000" pitchFamily="2" charset="2"/>
              <a:buChar char="Ø"/>
              <a:defRPr/>
            </a:pPr>
            <a:r>
              <a:rPr lang="en-US" sz="2000" b="1" kern="0" dirty="0">
                <a:solidFill>
                  <a:srgbClr val="0000FF"/>
                </a:solidFill>
                <a:latin typeface="Calibri" panose="020F0502020204030204" pitchFamily="34" charset="0"/>
              </a:rPr>
              <a:t>Primitive value - Java Number, String, Boolean or null.</a:t>
            </a:r>
            <a:endParaRPr lang="cs-CZ" sz="2000" b="1" kern="0" dirty="0">
              <a:solidFill>
                <a:srgbClr val="0000FF"/>
              </a:solidFill>
              <a:latin typeface="Calibri" panose="020F0502020204030204" pitchFamily="34" charset="0"/>
            </a:endParaRPr>
          </a:p>
          <a:p>
            <a:pPr algn="just" eaLnBrk="1" hangingPunct="1">
              <a:spcBef>
                <a:spcPts val="1800"/>
              </a:spcBef>
              <a:defRPr/>
            </a:pPr>
            <a:r>
              <a:rPr lang="en-US" sz="2000" b="1" kern="0" dirty="0">
                <a:latin typeface="Calibri" panose="020F0502020204030204" pitchFamily="34" charset="0"/>
              </a:rPr>
              <a:t>The advantage of JSON objects over the W3C DOM is that values are not just strings, but also numbers, </a:t>
            </a:r>
            <a:r>
              <a:rPr lang="en-US" sz="2000" b="1" kern="0" dirty="0" err="1">
                <a:latin typeface="Calibri" panose="020F0502020204030204" pitchFamily="34" charset="0"/>
              </a:rPr>
              <a:t>boolean</a:t>
            </a:r>
            <a:r>
              <a:rPr lang="en-US" sz="2000" b="1" kern="0" dirty="0">
                <a:latin typeface="Calibri" panose="020F0502020204030204" pitchFamily="34" charset="0"/>
              </a:rPr>
              <a:t> values, or null.</a:t>
            </a:r>
            <a:endParaRPr lang="cs-CZ" sz="2000" b="1" kern="0" dirty="0">
              <a:latin typeface="Calibri" panose="020F0502020204030204" pitchFamily="34" charset="0"/>
            </a:endParaRPr>
          </a:p>
          <a:p>
            <a:pPr marL="457200" indent="-457200" algn="just" eaLnBrk="1" hangingPunct="1">
              <a:spcBef>
                <a:spcPts val="1800"/>
              </a:spcBef>
              <a:buFont typeface="Wingdings" panose="05000000000000000000" pitchFamily="2" charset="2"/>
              <a:buChar char="Ø"/>
              <a:defRPr/>
            </a:pPr>
            <a:endParaRPr lang="cs-CZ" sz="2400" b="1" kern="0" dirty="0">
              <a:solidFill>
                <a:srgbClr val="C00000"/>
              </a:solidFill>
              <a:latin typeface="Calibri" panose="020F0502020204030204" pitchFamily="34" charset="0"/>
            </a:endParaRPr>
          </a:p>
          <a:p>
            <a:pPr algn="just" eaLnBrk="1" hangingPunct="1">
              <a:spcBef>
                <a:spcPts val="1800"/>
              </a:spcBef>
              <a:defRPr/>
            </a:pPr>
            <a:endParaRPr lang="cs-CZ" altLang="cs-CZ" sz="1600" b="1" dirty="0">
              <a:latin typeface="Calibri" panose="020F0502020204030204" pitchFamily="34" charset="0"/>
            </a:endParaRPr>
          </a:p>
          <a:p>
            <a:pPr algn="just" eaLnBrk="1" hangingPunct="1">
              <a:spcBef>
                <a:spcPts val="1800"/>
              </a:spcBef>
              <a:defRPr/>
            </a:pPr>
            <a:endParaRPr lang="cs-CZ" altLang="cs-CZ" sz="1600" b="1" dirty="0">
              <a:latin typeface="Calibri" panose="020F0502020204030204" pitchFamily="34" charset="0"/>
            </a:endParaRPr>
          </a:p>
        </p:txBody>
      </p:sp>
      <p:cxnSp>
        <p:nvCxnSpPr>
          <p:cNvPr id="5" name="Přímá spojnice 4"/>
          <p:cNvCxnSpPr/>
          <p:nvPr/>
        </p:nvCxnSpPr>
        <p:spPr bwMode="auto">
          <a:xfrm>
            <a:off x="755576" y="6309320"/>
            <a:ext cx="7561262" cy="0"/>
          </a:xfrm>
          <a:prstGeom prst="line">
            <a:avLst/>
          </a:prstGeom>
          <a:ln w="158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2" name="Zástupný symbol pro zápatí 11"/>
          <p:cNvSpPr>
            <a:spLocks noGrp="1"/>
          </p:cNvSpPr>
          <p:nvPr>
            <p:ph type="ftr" sz="quarter" idx="10"/>
          </p:nvPr>
        </p:nvSpPr>
        <p:spPr>
          <a:xfrm>
            <a:off x="755650" y="6453336"/>
            <a:ext cx="6840538" cy="404664"/>
          </a:xfrm>
        </p:spPr>
        <p:txBody>
          <a:bodyPr/>
          <a:lstStyle/>
          <a:p>
            <a:pPr>
              <a:defRPr/>
            </a:pPr>
            <a:r>
              <a:rPr lang="cs-CZ" b="1" kern="0" dirty="0">
                <a:solidFill>
                  <a:srgbClr val="CA0383"/>
                </a:solidFill>
                <a:latin typeface="Calibri" panose="020F0502020204030204" pitchFamily="34" charset="0"/>
              </a:rPr>
              <a:t>www.syntea.cz</a:t>
            </a:r>
          </a:p>
        </p:txBody>
      </p:sp>
      <p:sp>
        <p:nvSpPr>
          <p:cNvPr id="7174" name="Zástupný symbol pro číslo snímku 12"/>
          <p:cNvSpPr>
            <a:spLocks noGrp="1"/>
          </p:cNvSpPr>
          <p:nvPr>
            <p:ph type="sldNum" sz="quarter" idx="11"/>
          </p:nvPr>
        </p:nvSpPr>
        <p:spPr>
          <a:noFill/>
        </p:spPr>
        <p:txBody>
          <a:bodyPr/>
          <a:lstStyle/>
          <a:p>
            <a:fld id="{3FD4A6DE-255A-4C0E-A52E-71B2D7B9E259}" type="slidenum">
              <a:rPr lang="cs-CZ" altLang="cs-CZ">
                <a:latin typeface="Calibri" pitchFamily="34" charset="0"/>
              </a:rPr>
              <a:pPr/>
              <a:t>4</a:t>
            </a:fld>
            <a:endParaRPr lang="cs-CZ" altLang="cs-CZ">
              <a:latin typeface="Calibri" pitchFamily="34" charset="0"/>
            </a:endParaRPr>
          </a:p>
        </p:txBody>
      </p:sp>
    </p:spTree>
    <p:extLst>
      <p:ext uri="{BB962C8B-B14F-4D97-AF65-F5344CB8AC3E}">
        <p14:creationId xmlns:p14="http://schemas.microsoft.com/office/powerpoint/2010/main" val="230488403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Rectangle 3"/>
          <p:cNvSpPr txBox="1">
            <a:spLocks noChangeArrowheads="1"/>
          </p:cNvSpPr>
          <p:nvPr/>
        </p:nvSpPr>
        <p:spPr bwMode="auto">
          <a:xfrm>
            <a:off x="827584" y="841846"/>
            <a:ext cx="7858125" cy="642938"/>
          </a:xfrm>
          <a:prstGeom prst="rect">
            <a:avLst/>
          </a:prstGeom>
          <a:noFill/>
          <a:ln w="9525">
            <a:noFill/>
            <a:miter lim="800000"/>
            <a:headEnd/>
            <a:tailEnd/>
          </a:ln>
          <a:effectLst/>
        </p:spPr>
        <p:txBody>
          <a:bodyPr lIns="36000" tIns="0" rIns="36000" bIns="36000"/>
          <a:lstStyle/>
          <a:p>
            <a:pPr eaLnBrk="1" hangingPunct="1">
              <a:lnSpc>
                <a:spcPct val="120000"/>
              </a:lnSpc>
              <a:spcBef>
                <a:spcPct val="20000"/>
              </a:spcBef>
              <a:buFont typeface="Wingdings" pitchFamily="2" charset="2"/>
              <a:buNone/>
              <a:defRPr/>
            </a:pPr>
            <a:r>
              <a:rPr lang="cs-CZ" sz="3600" b="1" kern="0" dirty="0">
                <a:solidFill>
                  <a:srgbClr val="CA0383"/>
                </a:solidFill>
                <a:latin typeface="Calibri" panose="020F0502020204030204" pitchFamily="34" charset="0"/>
              </a:rPr>
              <a:t>YAML – </a:t>
            </a:r>
            <a:r>
              <a:rPr lang="cs-CZ" sz="3600" b="1" kern="0" dirty="0" err="1">
                <a:solidFill>
                  <a:srgbClr val="CA0383"/>
                </a:solidFill>
                <a:latin typeface="Calibri" panose="020F0502020204030204" pitchFamily="34" charset="0"/>
              </a:rPr>
              <a:t>Yet</a:t>
            </a:r>
            <a:r>
              <a:rPr lang="cs-CZ" sz="3600" b="1" kern="0" dirty="0">
                <a:solidFill>
                  <a:srgbClr val="CA0383"/>
                </a:solidFill>
                <a:latin typeface="Calibri" panose="020F0502020204030204" pitchFamily="34" charset="0"/>
              </a:rPr>
              <a:t> </a:t>
            </a:r>
            <a:r>
              <a:rPr lang="cs-CZ" sz="3600" b="1" kern="0" dirty="0" err="1">
                <a:solidFill>
                  <a:srgbClr val="CA0383"/>
                </a:solidFill>
                <a:latin typeface="Calibri" panose="020F0502020204030204" pitchFamily="34" charset="0"/>
              </a:rPr>
              <a:t>Another</a:t>
            </a:r>
            <a:r>
              <a:rPr lang="cs-CZ" sz="3600" b="1" kern="0" dirty="0">
                <a:solidFill>
                  <a:srgbClr val="CA0383"/>
                </a:solidFill>
                <a:latin typeface="Calibri" panose="020F0502020204030204" pitchFamily="34" charset="0"/>
              </a:rPr>
              <a:t> </a:t>
            </a:r>
            <a:r>
              <a:rPr lang="cs-CZ" sz="3600" b="1" kern="0" dirty="0" err="1">
                <a:solidFill>
                  <a:srgbClr val="CA0383"/>
                </a:solidFill>
                <a:latin typeface="Calibri" panose="020F0502020204030204" pitchFamily="34" charset="0"/>
              </a:rPr>
              <a:t>Markup</a:t>
            </a:r>
            <a:r>
              <a:rPr lang="cs-CZ" sz="3600" b="1" kern="0" dirty="0">
                <a:solidFill>
                  <a:srgbClr val="CA0383"/>
                </a:solidFill>
                <a:latin typeface="Calibri" panose="020F0502020204030204" pitchFamily="34" charset="0"/>
              </a:rPr>
              <a:t> </a:t>
            </a:r>
            <a:r>
              <a:rPr lang="cs-CZ" sz="3600" b="1" kern="0" dirty="0" err="1">
                <a:solidFill>
                  <a:srgbClr val="CA0383"/>
                </a:solidFill>
                <a:latin typeface="Calibri" panose="020F0502020204030204" pitchFamily="34" charset="0"/>
              </a:rPr>
              <a:t>Language</a:t>
            </a:r>
            <a:endParaRPr lang="cs-CZ" sz="3600" b="1" kern="0" dirty="0">
              <a:solidFill>
                <a:srgbClr val="CA0383"/>
              </a:solidFill>
              <a:latin typeface="Calibri" panose="020F0502020204030204" pitchFamily="34" charset="0"/>
            </a:endParaRPr>
          </a:p>
        </p:txBody>
      </p:sp>
      <p:sp>
        <p:nvSpPr>
          <p:cNvPr id="27" name="Rectangle 3"/>
          <p:cNvSpPr txBox="1">
            <a:spLocks noChangeArrowheads="1"/>
          </p:cNvSpPr>
          <p:nvPr/>
        </p:nvSpPr>
        <p:spPr bwMode="auto">
          <a:xfrm>
            <a:off x="357188" y="1628800"/>
            <a:ext cx="8137525" cy="2448272"/>
          </a:xfrm>
          <a:prstGeom prst="rect">
            <a:avLst/>
          </a:prstGeom>
          <a:noFill/>
          <a:ln w="9525">
            <a:noFill/>
            <a:miter lim="800000"/>
            <a:headEnd/>
            <a:tailEnd/>
          </a:ln>
          <a:effectLst/>
        </p:spPr>
        <p:txBody>
          <a:bodyPr lIns="36000" tIns="0" rIns="36000" bIns="36000"/>
          <a:lstStyle/>
          <a:p>
            <a:pPr algn="just" eaLnBrk="1" hangingPunct="1">
              <a:spcBef>
                <a:spcPts val="1800"/>
              </a:spcBef>
              <a:defRPr/>
            </a:pPr>
            <a:r>
              <a:rPr lang="cs-CZ" sz="2000" b="1" kern="0" dirty="0">
                <a:solidFill>
                  <a:srgbClr val="FF0000"/>
                </a:solidFill>
                <a:latin typeface="Calibri" panose="020F0502020204030204" pitchFamily="34" charset="0"/>
              </a:rPr>
              <a:t>YAML</a:t>
            </a:r>
            <a:r>
              <a:rPr lang="cs-CZ" sz="2000" b="1" kern="0" dirty="0">
                <a:solidFill>
                  <a:srgbClr val="0000FF"/>
                </a:solidFill>
                <a:latin typeface="Calibri" panose="020F0502020204030204" pitchFamily="34" charset="0"/>
              </a:rPr>
              <a:t> </a:t>
            </a:r>
            <a:r>
              <a:rPr lang="en-US" sz="2000" b="1" kern="0" dirty="0">
                <a:solidFill>
                  <a:srgbClr val="0000FF"/>
                </a:solidFill>
                <a:latin typeface="Calibri" panose="020F0502020204030204" pitchFamily="34" charset="0"/>
              </a:rPr>
              <a:t>is an alternative JSON notation. It contains the same types of values. JSON syntax is a subset of YAML. The YAML data model is the same as JSON:</a:t>
            </a:r>
            <a:r>
              <a:rPr lang="cs-CZ" sz="2000" b="1" kern="0" dirty="0">
                <a:solidFill>
                  <a:srgbClr val="0000FF"/>
                </a:solidFill>
                <a:latin typeface="Calibri" panose="020F0502020204030204" pitchFamily="34" charset="0"/>
              </a:rPr>
              <a:t> </a:t>
            </a:r>
          </a:p>
          <a:p>
            <a:pPr marL="457200" indent="-457200" algn="just" eaLnBrk="1" hangingPunct="1">
              <a:spcBef>
                <a:spcPts val="1800"/>
              </a:spcBef>
              <a:buFont typeface="Wingdings" panose="05000000000000000000" pitchFamily="2" charset="2"/>
              <a:buChar char="Ø"/>
              <a:defRPr/>
            </a:pPr>
            <a:r>
              <a:rPr lang="en-US" sz="2000" b="1" kern="0" dirty="0">
                <a:solidFill>
                  <a:srgbClr val="0000FF"/>
                </a:solidFill>
                <a:latin typeface="Calibri" panose="020F0502020204030204" pitchFamily="34" charset="0"/>
              </a:rPr>
              <a:t>Map - Java Map, containing value names and their corresponding values</a:t>
            </a:r>
            <a:endParaRPr lang="cs-CZ" sz="2000" b="1" kern="0" dirty="0">
              <a:solidFill>
                <a:srgbClr val="0000FF"/>
              </a:solidFill>
              <a:latin typeface="Calibri" panose="020F0502020204030204" pitchFamily="34" charset="0"/>
            </a:endParaRPr>
          </a:p>
          <a:p>
            <a:pPr marL="457200" indent="-457200" algn="just" eaLnBrk="1" hangingPunct="1">
              <a:spcBef>
                <a:spcPts val="1800"/>
              </a:spcBef>
              <a:buFont typeface="Wingdings" panose="05000000000000000000" pitchFamily="2" charset="2"/>
              <a:buChar char="Ø"/>
              <a:defRPr/>
            </a:pPr>
            <a:r>
              <a:rPr lang="en-US" sz="2000" b="1" kern="0" dirty="0">
                <a:solidFill>
                  <a:srgbClr val="0000FF"/>
                </a:solidFill>
                <a:latin typeface="Calibri" panose="020F0502020204030204" pitchFamily="34" charset="0"/>
              </a:rPr>
              <a:t>Array - Java Array, array elements are JSON values</a:t>
            </a:r>
            <a:endParaRPr lang="cs-CZ" sz="2000" b="1" kern="0" dirty="0">
              <a:solidFill>
                <a:srgbClr val="0000FF"/>
              </a:solidFill>
              <a:latin typeface="Calibri" panose="020F0502020204030204" pitchFamily="34" charset="0"/>
            </a:endParaRPr>
          </a:p>
          <a:p>
            <a:pPr marL="457200" indent="-457200" algn="just" eaLnBrk="1" hangingPunct="1">
              <a:spcBef>
                <a:spcPts val="1800"/>
              </a:spcBef>
              <a:buFont typeface="Wingdings" panose="05000000000000000000" pitchFamily="2" charset="2"/>
              <a:buChar char="Ø"/>
              <a:defRPr/>
            </a:pPr>
            <a:r>
              <a:rPr lang="en-US" sz="2000" b="1" kern="0" dirty="0">
                <a:solidFill>
                  <a:srgbClr val="0000FF"/>
                </a:solidFill>
                <a:latin typeface="Calibri" panose="020F0502020204030204" pitchFamily="34" charset="0"/>
              </a:rPr>
              <a:t>Primitive value - Java Number, String, Boolean or null.</a:t>
            </a:r>
            <a:endParaRPr lang="cs-CZ" sz="2000" b="1" kern="0" dirty="0">
              <a:solidFill>
                <a:srgbClr val="0000FF"/>
              </a:solidFill>
              <a:latin typeface="Calibri" panose="020F0502020204030204" pitchFamily="34" charset="0"/>
            </a:endParaRPr>
          </a:p>
          <a:p>
            <a:pPr algn="just" eaLnBrk="1" hangingPunct="1">
              <a:spcBef>
                <a:spcPts val="1800"/>
              </a:spcBef>
              <a:defRPr/>
            </a:pPr>
            <a:endParaRPr lang="cs-CZ" altLang="cs-CZ" sz="1600" b="1" dirty="0">
              <a:latin typeface="Calibri" panose="020F0502020204030204" pitchFamily="34" charset="0"/>
            </a:endParaRPr>
          </a:p>
        </p:txBody>
      </p:sp>
      <p:cxnSp>
        <p:nvCxnSpPr>
          <p:cNvPr id="5" name="Přímá spojnice 4"/>
          <p:cNvCxnSpPr/>
          <p:nvPr/>
        </p:nvCxnSpPr>
        <p:spPr bwMode="auto">
          <a:xfrm>
            <a:off x="755576" y="6309320"/>
            <a:ext cx="7561262" cy="0"/>
          </a:xfrm>
          <a:prstGeom prst="line">
            <a:avLst/>
          </a:prstGeom>
          <a:ln w="158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2" name="Zástupný symbol pro zápatí 11"/>
          <p:cNvSpPr>
            <a:spLocks noGrp="1"/>
          </p:cNvSpPr>
          <p:nvPr>
            <p:ph type="ftr" sz="quarter" idx="10"/>
          </p:nvPr>
        </p:nvSpPr>
        <p:spPr>
          <a:xfrm>
            <a:off x="755650" y="6453336"/>
            <a:ext cx="6840538" cy="404664"/>
          </a:xfrm>
        </p:spPr>
        <p:txBody>
          <a:bodyPr/>
          <a:lstStyle/>
          <a:p>
            <a:pPr>
              <a:defRPr/>
            </a:pPr>
            <a:r>
              <a:rPr lang="cs-CZ" b="1" kern="0" dirty="0">
                <a:solidFill>
                  <a:srgbClr val="CA0383"/>
                </a:solidFill>
                <a:latin typeface="Calibri" panose="020F0502020204030204" pitchFamily="34" charset="0"/>
              </a:rPr>
              <a:t>www.syntea.cz</a:t>
            </a:r>
          </a:p>
        </p:txBody>
      </p:sp>
      <p:sp>
        <p:nvSpPr>
          <p:cNvPr id="7174" name="Zástupný symbol pro číslo snímku 12"/>
          <p:cNvSpPr>
            <a:spLocks noGrp="1"/>
          </p:cNvSpPr>
          <p:nvPr>
            <p:ph type="sldNum" sz="quarter" idx="11"/>
          </p:nvPr>
        </p:nvSpPr>
        <p:spPr>
          <a:noFill/>
        </p:spPr>
        <p:txBody>
          <a:bodyPr/>
          <a:lstStyle/>
          <a:p>
            <a:fld id="{3FD4A6DE-255A-4C0E-A52E-71B2D7B9E259}" type="slidenum">
              <a:rPr lang="cs-CZ" altLang="cs-CZ">
                <a:latin typeface="Calibri" pitchFamily="34" charset="0"/>
              </a:rPr>
              <a:pPr/>
              <a:t>5</a:t>
            </a:fld>
            <a:endParaRPr lang="cs-CZ" altLang="cs-CZ">
              <a:latin typeface="Calibri" pitchFamily="34" charset="0"/>
            </a:endParaRPr>
          </a:p>
        </p:txBody>
      </p:sp>
    </p:spTree>
    <p:extLst>
      <p:ext uri="{BB962C8B-B14F-4D97-AF65-F5344CB8AC3E}">
        <p14:creationId xmlns:p14="http://schemas.microsoft.com/office/powerpoint/2010/main" val="4292011133"/>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Rectangle 3"/>
          <p:cNvSpPr txBox="1">
            <a:spLocks noChangeArrowheads="1"/>
          </p:cNvSpPr>
          <p:nvPr/>
        </p:nvSpPr>
        <p:spPr bwMode="auto">
          <a:xfrm>
            <a:off x="827584" y="841846"/>
            <a:ext cx="7858125" cy="642938"/>
          </a:xfrm>
          <a:prstGeom prst="rect">
            <a:avLst/>
          </a:prstGeom>
          <a:noFill/>
          <a:ln w="9525">
            <a:noFill/>
            <a:miter lim="800000"/>
            <a:headEnd/>
            <a:tailEnd/>
          </a:ln>
          <a:effectLst/>
        </p:spPr>
        <p:txBody>
          <a:bodyPr lIns="36000" tIns="0" rIns="36000" bIns="36000"/>
          <a:lstStyle/>
          <a:p>
            <a:pPr eaLnBrk="1" hangingPunct="1">
              <a:lnSpc>
                <a:spcPct val="120000"/>
              </a:lnSpc>
              <a:spcBef>
                <a:spcPct val="20000"/>
              </a:spcBef>
              <a:buFont typeface="Wingdings" pitchFamily="2" charset="2"/>
              <a:buNone/>
              <a:defRPr/>
            </a:pPr>
            <a:r>
              <a:rPr lang="cs-CZ" sz="3600" b="1" kern="0" dirty="0" err="1">
                <a:solidFill>
                  <a:srgbClr val="CA0383"/>
                </a:solidFill>
                <a:latin typeface="Calibri" panose="020F0502020204030204" pitchFamily="34" charset="0"/>
              </a:rPr>
              <a:t>Properties</a:t>
            </a:r>
            <a:r>
              <a:rPr lang="cs-CZ" sz="3600" b="1" kern="0" dirty="0">
                <a:solidFill>
                  <a:srgbClr val="CA0383"/>
                </a:solidFill>
                <a:latin typeface="Calibri" panose="020F0502020204030204" pitchFamily="34" charset="0"/>
              </a:rPr>
              <a:t>, INI </a:t>
            </a:r>
            <a:r>
              <a:rPr lang="en-US" sz="3600" b="1" kern="0" dirty="0" err="1">
                <a:solidFill>
                  <a:srgbClr val="CA0383"/>
                </a:solidFill>
                <a:latin typeface="Calibri" panose="020F0502020204030204" pitchFamily="34" charset="0"/>
              </a:rPr>
              <a:t>etc</a:t>
            </a:r>
            <a:r>
              <a:rPr lang="cs-CZ" sz="3600" b="1" kern="0" dirty="0">
                <a:solidFill>
                  <a:srgbClr val="CA0383"/>
                </a:solidFill>
                <a:latin typeface="Calibri" panose="020F0502020204030204" pitchFamily="34" charset="0"/>
              </a:rPr>
              <a:t>.</a:t>
            </a:r>
          </a:p>
        </p:txBody>
      </p:sp>
      <p:cxnSp>
        <p:nvCxnSpPr>
          <p:cNvPr id="5" name="Přímá spojnice 4"/>
          <p:cNvCxnSpPr/>
          <p:nvPr/>
        </p:nvCxnSpPr>
        <p:spPr bwMode="auto">
          <a:xfrm>
            <a:off x="755576" y="6309320"/>
            <a:ext cx="7561262" cy="0"/>
          </a:xfrm>
          <a:prstGeom prst="line">
            <a:avLst/>
          </a:prstGeom>
          <a:ln w="158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2" name="Zástupný symbol pro zápatí 11"/>
          <p:cNvSpPr>
            <a:spLocks noGrp="1"/>
          </p:cNvSpPr>
          <p:nvPr>
            <p:ph type="ftr" sz="quarter" idx="10"/>
          </p:nvPr>
        </p:nvSpPr>
        <p:spPr>
          <a:xfrm>
            <a:off x="755650" y="6453336"/>
            <a:ext cx="6840538" cy="404664"/>
          </a:xfrm>
        </p:spPr>
        <p:txBody>
          <a:bodyPr/>
          <a:lstStyle/>
          <a:p>
            <a:pPr>
              <a:defRPr/>
            </a:pPr>
            <a:r>
              <a:rPr lang="cs-CZ" b="1" kern="0" dirty="0">
                <a:solidFill>
                  <a:srgbClr val="CA0383"/>
                </a:solidFill>
                <a:latin typeface="Calibri" panose="020F0502020204030204" pitchFamily="34" charset="0"/>
              </a:rPr>
              <a:t>www.syntea.cz</a:t>
            </a:r>
          </a:p>
        </p:txBody>
      </p:sp>
      <p:sp>
        <p:nvSpPr>
          <p:cNvPr id="7174" name="Zástupný symbol pro číslo snímku 12"/>
          <p:cNvSpPr>
            <a:spLocks noGrp="1"/>
          </p:cNvSpPr>
          <p:nvPr>
            <p:ph type="sldNum" sz="quarter" idx="11"/>
          </p:nvPr>
        </p:nvSpPr>
        <p:spPr>
          <a:noFill/>
        </p:spPr>
        <p:txBody>
          <a:bodyPr/>
          <a:lstStyle/>
          <a:p>
            <a:fld id="{3FD4A6DE-255A-4C0E-A52E-71B2D7B9E259}" type="slidenum">
              <a:rPr lang="cs-CZ" altLang="cs-CZ">
                <a:latin typeface="Calibri" pitchFamily="34" charset="0"/>
              </a:rPr>
              <a:pPr/>
              <a:t>6</a:t>
            </a:fld>
            <a:endParaRPr lang="cs-CZ" altLang="cs-CZ">
              <a:latin typeface="Calibri" pitchFamily="34" charset="0"/>
            </a:endParaRPr>
          </a:p>
        </p:txBody>
      </p:sp>
      <p:sp>
        <p:nvSpPr>
          <p:cNvPr id="7" name="Rectangle 3"/>
          <p:cNvSpPr txBox="1">
            <a:spLocks noChangeArrowheads="1"/>
          </p:cNvSpPr>
          <p:nvPr/>
        </p:nvSpPr>
        <p:spPr bwMode="auto">
          <a:xfrm>
            <a:off x="357188" y="1700808"/>
            <a:ext cx="8137525" cy="4608512"/>
          </a:xfrm>
          <a:prstGeom prst="rect">
            <a:avLst/>
          </a:prstGeom>
          <a:noFill/>
          <a:ln w="9525">
            <a:noFill/>
            <a:miter lim="800000"/>
            <a:headEnd/>
            <a:tailEnd/>
          </a:ln>
          <a:effectLst/>
        </p:spPr>
        <p:txBody>
          <a:bodyPr lIns="36000" tIns="0" rIns="36000" bIns="36000"/>
          <a:lstStyle/>
          <a:p>
            <a:pPr algn="just" eaLnBrk="1" hangingPunct="1">
              <a:spcBef>
                <a:spcPts val="1800"/>
              </a:spcBef>
              <a:defRPr/>
            </a:pPr>
            <a:r>
              <a:rPr lang="en-US" sz="2000" b="1" kern="0" dirty="0">
                <a:solidFill>
                  <a:srgbClr val="D00000"/>
                </a:solidFill>
                <a:latin typeface="Calibri" panose="020F0502020204030204" pitchFamily="34" charset="0"/>
              </a:rPr>
              <a:t>Properties</a:t>
            </a:r>
            <a:r>
              <a:rPr lang="cs-CZ" sz="2000" b="1" kern="0" dirty="0">
                <a:solidFill>
                  <a:srgbClr val="D00000"/>
                </a:solidFill>
                <a:latin typeface="Calibri" panose="020F0502020204030204" pitchFamily="34" charset="0"/>
              </a:rPr>
              <a:t> </a:t>
            </a:r>
            <a:r>
              <a:rPr lang="en-US" sz="2000" b="1" kern="0" dirty="0">
                <a:solidFill>
                  <a:srgbClr val="0000FF"/>
                </a:solidFill>
                <a:latin typeface="Calibri" panose="020F0502020204030204" pitchFamily="34" charset="0"/>
              </a:rPr>
              <a:t>are used as configuration files for various applications. Data model:</a:t>
            </a:r>
            <a:endParaRPr lang="cs-CZ" sz="2000" b="1" kern="0" dirty="0">
              <a:solidFill>
                <a:srgbClr val="0000FF"/>
              </a:solidFill>
              <a:latin typeface="Calibri" panose="020F0502020204030204" pitchFamily="34" charset="0"/>
            </a:endParaRPr>
          </a:p>
          <a:p>
            <a:pPr marL="457200" indent="-457200" algn="just" eaLnBrk="1" hangingPunct="1">
              <a:spcBef>
                <a:spcPts val="1800"/>
              </a:spcBef>
              <a:buFont typeface="Wingdings" panose="05000000000000000000" pitchFamily="2" charset="2"/>
              <a:buChar char="Ø"/>
              <a:defRPr/>
            </a:pPr>
            <a:r>
              <a:rPr lang="en-US" sz="2000" b="1" kern="0" dirty="0">
                <a:solidFill>
                  <a:srgbClr val="0000FF"/>
                </a:solidFill>
                <a:latin typeface="Calibri" panose="020F0502020204030204" pitchFamily="34" charset="0"/>
              </a:rPr>
              <a:t>Java Map containing the names of the corresponding string values</a:t>
            </a:r>
            <a:endParaRPr lang="cs-CZ" sz="2000" b="1" kern="0" dirty="0">
              <a:solidFill>
                <a:srgbClr val="0000FF"/>
              </a:solidFill>
              <a:latin typeface="Calibri" panose="020F0502020204030204" pitchFamily="34" charset="0"/>
            </a:endParaRPr>
          </a:p>
          <a:p>
            <a:pPr algn="just" eaLnBrk="1" hangingPunct="1">
              <a:spcBef>
                <a:spcPts val="1800"/>
              </a:spcBef>
              <a:defRPr/>
            </a:pPr>
            <a:r>
              <a:rPr lang="cs-CZ" sz="2000" b="1" kern="0" dirty="0">
                <a:solidFill>
                  <a:srgbClr val="D00000"/>
                </a:solidFill>
                <a:latin typeface="Calibri" panose="020F0502020204030204" pitchFamily="34" charset="0"/>
              </a:rPr>
              <a:t>INI </a:t>
            </a:r>
            <a:r>
              <a:rPr lang="en-US" sz="2000" b="1" kern="0" dirty="0">
                <a:solidFill>
                  <a:srgbClr val="D00000"/>
                </a:solidFill>
                <a:latin typeface="Calibri" panose="020F0502020204030204" pitchFamily="34" charset="0"/>
              </a:rPr>
              <a:t>files</a:t>
            </a:r>
            <a:r>
              <a:rPr lang="cs-CZ" sz="2000" b="1" kern="0" dirty="0">
                <a:solidFill>
                  <a:srgbClr val="D00000"/>
                </a:solidFill>
                <a:latin typeface="Calibri" panose="020F0502020204030204" pitchFamily="34" charset="0"/>
              </a:rPr>
              <a:t> </a:t>
            </a:r>
            <a:r>
              <a:rPr lang="en-US" sz="2000" b="1" kern="0" dirty="0">
                <a:solidFill>
                  <a:srgbClr val="0000FF"/>
                </a:solidFill>
                <a:latin typeface="Calibri" panose="020F0502020204030204" pitchFamily="34" charset="0"/>
              </a:rPr>
              <a:t>are used as configuration files for various applications.  They contain a map of named string values or a list of named sets of named strings. Data model:</a:t>
            </a:r>
            <a:endParaRPr lang="cs-CZ" sz="2000" b="1" kern="0" dirty="0">
              <a:solidFill>
                <a:srgbClr val="0000FF"/>
              </a:solidFill>
              <a:latin typeface="Calibri" panose="020F0502020204030204" pitchFamily="34" charset="0"/>
            </a:endParaRPr>
          </a:p>
          <a:p>
            <a:pPr marL="457200" indent="-457200" algn="just" eaLnBrk="1" hangingPunct="1">
              <a:spcBef>
                <a:spcPts val="1800"/>
              </a:spcBef>
              <a:buFont typeface="Wingdings" panose="05000000000000000000" pitchFamily="2" charset="2"/>
              <a:buChar char="Ø"/>
              <a:defRPr/>
            </a:pPr>
            <a:r>
              <a:rPr lang="en-US" sz="2000" b="1" kern="0" dirty="0">
                <a:solidFill>
                  <a:srgbClr val="0000FF"/>
                </a:solidFill>
                <a:latin typeface="Calibri" panose="020F0502020204030204" pitchFamily="34" charset="0"/>
              </a:rPr>
              <a:t>Java Map containing the names of the corresponding values, the value being a string or a Map.</a:t>
            </a:r>
            <a:endParaRPr lang="cs-CZ" sz="2000" b="1" kern="0" dirty="0">
              <a:solidFill>
                <a:srgbClr val="0000FF"/>
              </a:solidFill>
              <a:latin typeface="Calibri" panose="020F0502020204030204" pitchFamily="34" charset="0"/>
            </a:endParaRPr>
          </a:p>
        </p:txBody>
      </p:sp>
    </p:spTree>
    <p:extLst>
      <p:ext uri="{BB962C8B-B14F-4D97-AF65-F5344CB8AC3E}">
        <p14:creationId xmlns:p14="http://schemas.microsoft.com/office/powerpoint/2010/main" val="4065172332"/>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Zástupný symbol pro zápatí 11"/>
          <p:cNvSpPr>
            <a:spLocks noGrp="1"/>
          </p:cNvSpPr>
          <p:nvPr>
            <p:ph type="ftr" sz="quarter" idx="10"/>
          </p:nvPr>
        </p:nvSpPr>
        <p:spPr/>
        <p:txBody>
          <a:bodyPr/>
          <a:lstStyle/>
          <a:p>
            <a:pPr>
              <a:defRPr/>
            </a:pPr>
            <a:r>
              <a:rPr lang="cs-CZ" b="1" kern="0" dirty="0">
                <a:solidFill>
                  <a:srgbClr val="CA0383"/>
                </a:solidFill>
                <a:latin typeface="Calibri" panose="020F0502020204030204" pitchFamily="34" charset="0"/>
              </a:rPr>
              <a:t>www.syntea.cz</a:t>
            </a:r>
          </a:p>
        </p:txBody>
      </p:sp>
      <p:sp>
        <p:nvSpPr>
          <p:cNvPr id="10" name="Rectangle 3"/>
          <p:cNvSpPr txBox="1">
            <a:spLocks noChangeArrowheads="1"/>
          </p:cNvSpPr>
          <p:nvPr/>
        </p:nvSpPr>
        <p:spPr bwMode="auto">
          <a:xfrm>
            <a:off x="818331" y="913854"/>
            <a:ext cx="7858125" cy="642938"/>
          </a:xfrm>
          <a:prstGeom prst="rect">
            <a:avLst/>
          </a:prstGeom>
          <a:noFill/>
          <a:ln w="9525">
            <a:noFill/>
            <a:miter lim="800000"/>
            <a:headEnd/>
            <a:tailEnd/>
          </a:ln>
          <a:effectLst/>
        </p:spPr>
        <p:txBody>
          <a:bodyPr lIns="36000" tIns="0" rIns="36000" bIns="36000"/>
          <a:lstStyle/>
          <a:p>
            <a:pPr eaLnBrk="1" hangingPunct="1">
              <a:lnSpc>
                <a:spcPct val="120000"/>
              </a:lnSpc>
              <a:spcBef>
                <a:spcPct val="20000"/>
              </a:spcBef>
              <a:buFont typeface="Wingdings" pitchFamily="2" charset="2"/>
              <a:buNone/>
              <a:defRPr/>
            </a:pPr>
            <a:r>
              <a:rPr lang="cs-CZ" sz="3600" b="1" kern="0" dirty="0">
                <a:solidFill>
                  <a:srgbClr val="CA0383"/>
                </a:solidFill>
                <a:latin typeface="Calibri" panose="020F0502020204030204" pitchFamily="34" charset="0"/>
              </a:rPr>
              <a:t>XML to JSON </a:t>
            </a:r>
            <a:r>
              <a:rPr lang="cs-CZ" sz="3600" b="1" kern="0" dirty="0" err="1">
                <a:solidFill>
                  <a:srgbClr val="CA0383"/>
                </a:solidFill>
                <a:latin typeface="Calibri" panose="020F0502020204030204" pitchFamily="34" charset="0"/>
              </a:rPr>
              <a:t>conversion</a:t>
            </a:r>
            <a:endParaRPr lang="cs-CZ" sz="3600" b="1" kern="0" dirty="0">
              <a:solidFill>
                <a:srgbClr val="CA0383"/>
              </a:solidFill>
              <a:latin typeface="Calibri" panose="020F0502020204030204" pitchFamily="34" charset="0"/>
            </a:endParaRPr>
          </a:p>
        </p:txBody>
      </p:sp>
      <p:sp>
        <p:nvSpPr>
          <p:cNvPr id="27" name="Rectangle 3"/>
          <p:cNvSpPr txBox="1">
            <a:spLocks noChangeArrowheads="1"/>
          </p:cNvSpPr>
          <p:nvPr/>
        </p:nvSpPr>
        <p:spPr bwMode="auto">
          <a:xfrm>
            <a:off x="818330" y="1560736"/>
            <a:ext cx="8074149" cy="1148184"/>
          </a:xfrm>
          <a:prstGeom prst="rect">
            <a:avLst/>
          </a:prstGeom>
          <a:noFill/>
          <a:ln w="9525">
            <a:noFill/>
            <a:miter lim="800000"/>
            <a:headEnd/>
            <a:tailEnd/>
          </a:ln>
          <a:effectLst/>
        </p:spPr>
        <p:txBody>
          <a:bodyPr lIns="36000" tIns="0" rIns="36000" bIns="36000"/>
          <a:lstStyle/>
          <a:p>
            <a:pPr algn="just" eaLnBrk="1" hangingPunct="1">
              <a:spcBef>
                <a:spcPts val="1800"/>
              </a:spcBef>
              <a:defRPr/>
            </a:pPr>
            <a:r>
              <a:rPr lang="en-US" sz="1800" b="1" kern="0" dirty="0">
                <a:solidFill>
                  <a:srgbClr val="0000FF"/>
                </a:solidFill>
                <a:latin typeface="Calibri" panose="020F0502020204030204" pitchFamily="34" charset="0"/>
              </a:rPr>
              <a:t>An XML element can be thought of as a JSON map with a single named value whose name is the root element name. The attributes are then a map of string values, and the child sequence is an array containing element description maps, or string values corresponding to text nodes:</a:t>
            </a:r>
            <a:endParaRPr lang="cs-CZ" sz="1800" b="1" kern="0" dirty="0">
              <a:solidFill>
                <a:srgbClr val="0000FF"/>
              </a:solidFill>
              <a:latin typeface="Calibri" panose="020F0502020204030204" pitchFamily="34" charset="0"/>
            </a:endParaRPr>
          </a:p>
          <a:p>
            <a:pPr algn="just" eaLnBrk="1" hangingPunct="1">
              <a:spcBef>
                <a:spcPts val="1800"/>
              </a:spcBef>
              <a:defRPr/>
            </a:pPr>
            <a:endParaRPr lang="cs-CZ" sz="1800" b="1" kern="0" dirty="0">
              <a:latin typeface="Calibri" panose="020F0502020204030204" pitchFamily="34" charset="0"/>
            </a:endParaRPr>
          </a:p>
          <a:p>
            <a:pPr algn="just" eaLnBrk="1" hangingPunct="1">
              <a:spcBef>
                <a:spcPts val="1800"/>
              </a:spcBef>
              <a:defRPr/>
            </a:pPr>
            <a:endParaRPr lang="cs-CZ" sz="1800" b="1" kern="0" dirty="0">
              <a:latin typeface="Calibri" panose="020F0502020204030204" pitchFamily="34" charset="0"/>
            </a:endParaRPr>
          </a:p>
          <a:p>
            <a:pPr algn="just" eaLnBrk="1" hangingPunct="1">
              <a:spcBef>
                <a:spcPts val="1800"/>
              </a:spcBef>
              <a:defRPr/>
            </a:pPr>
            <a:endParaRPr lang="cs-CZ" sz="1800" b="1" kern="0" dirty="0">
              <a:latin typeface="Calibri" panose="020F0502020204030204" pitchFamily="34" charset="0"/>
            </a:endParaRPr>
          </a:p>
          <a:p>
            <a:pPr algn="just" eaLnBrk="1" hangingPunct="1">
              <a:spcBef>
                <a:spcPts val="1800"/>
              </a:spcBef>
              <a:defRPr/>
            </a:pPr>
            <a:endParaRPr lang="cs-CZ" sz="1800" b="1" kern="0" dirty="0">
              <a:solidFill>
                <a:srgbClr val="0000FF"/>
              </a:solidFill>
              <a:latin typeface="Calibri" panose="020F0502020204030204" pitchFamily="34" charset="0"/>
            </a:endParaRPr>
          </a:p>
          <a:p>
            <a:pPr algn="just" eaLnBrk="1" hangingPunct="1">
              <a:spcBef>
                <a:spcPts val="1800"/>
              </a:spcBef>
              <a:defRPr/>
            </a:pPr>
            <a:r>
              <a:rPr lang="en-US" sz="1800" b="1" kern="0" dirty="0">
                <a:solidFill>
                  <a:srgbClr val="0000FF"/>
                </a:solidFill>
                <a:latin typeface="Calibri" panose="020F0502020204030204" pitchFamily="34" charset="0"/>
              </a:rPr>
              <a:t>Note that the value of the attribute "a" is written as a string although in JSON it is possible to write a number - in XML we don't have this option. We wrote the empty element as an array, containing an empty set as the only element, because the element has no attributes or children.</a:t>
            </a:r>
            <a:endParaRPr lang="cs-CZ" sz="1800" b="1" kern="0" dirty="0">
              <a:solidFill>
                <a:srgbClr val="0000FF"/>
              </a:solidFill>
              <a:latin typeface="Calibri" panose="020F0502020204030204" pitchFamily="34" charset="0"/>
            </a:endParaRPr>
          </a:p>
          <a:p>
            <a:pPr algn="just" eaLnBrk="1" hangingPunct="1">
              <a:spcBef>
                <a:spcPts val="1800"/>
              </a:spcBef>
              <a:defRPr/>
            </a:pPr>
            <a:endParaRPr lang="cs-CZ" sz="1800" b="1" kern="0" dirty="0">
              <a:latin typeface="Calibri" panose="020F0502020204030204" pitchFamily="34" charset="0"/>
            </a:endParaRPr>
          </a:p>
          <a:p>
            <a:pPr algn="just" eaLnBrk="1" hangingPunct="1">
              <a:spcBef>
                <a:spcPts val="1800"/>
              </a:spcBef>
              <a:defRPr/>
            </a:pPr>
            <a:endParaRPr lang="cs-CZ" sz="1800" b="1" kern="0" dirty="0">
              <a:latin typeface="Calibri" panose="020F0502020204030204" pitchFamily="34" charset="0"/>
            </a:endParaRPr>
          </a:p>
          <a:p>
            <a:pPr algn="just" eaLnBrk="1" hangingPunct="1">
              <a:spcBef>
                <a:spcPts val="1800"/>
              </a:spcBef>
              <a:defRPr/>
            </a:pPr>
            <a:endParaRPr lang="cs-CZ" sz="1800" b="1" kern="0" dirty="0">
              <a:latin typeface="Calibri" panose="020F0502020204030204" pitchFamily="34" charset="0"/>
            </a:endParaRPr>
          </a:p>
          <a:p>
            <a:pPr algn="just" eaLnBrk="1" hangingPunct="1">
              <a:spcBef>
                <a:spcPts val="1800"/>
              </a:spcBef>
              <a:defRPr/>
            </a:pPr>
            <a:endParaRPr lang="cs-CZ" sz="1800" b="1" kern="0" dirty="0">
              <a:latin typeface="Calibri" panose="020F0502020204030204" pitchFamily="34" charset="0"/>
            </a:endParaRPr>
          </a:p>
          <a:p>
            <a:pPr algn="just" eaLnBrk="1" hangingPunct="1">
              <a:spcBef>
                <a:spcPts val="1800"/>
              </a:spcBef>
              <a:defRPr/>
            </a:pPr>
            <a:endParaRPr lang="cs-CZ" sz="1800" b="1" kern="0" dirty="0">
              <a:latin typeface="Calibri" panose="020F0502020204030204" pitchFamily="34" charset="0"/>
            </a:endParaRPr>
          </a:p>
        </p:txBody>
      </p:sp>
      <p:cxnSp>
        <p:nvCxnSpPr>
          <p:cNvPr id="5" name="Přímá spojnice 4"/>
          <p:cNvCxnSpPr/>
          <p:nvPr/>
        </p:nvCxnSpPr>
        <p:spPr bwMode="auto">
          <a:xfrm>
            <a:off x="804863" y="6309320"/>
            <a:ext cx="7561262" cy="0"/>
          </a:xfrm>
          <a:prstGeom prst="line">
            <a:avLst/>
          </a:prstGeom>
          <a:ln w="158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7174" name="Zástupný symbol pro číslo snímku 12"/>
          <p:cNvSpPr>
            <a:spLocks noGrp="1"/>
          </p:cNvSpPr>
          <p:nvPr>
            <p:ph type="sldNum" sz="quarter" idx="11"/>
          </p:nvPr>
        </p:nvSpPr>
        <p:spPr>
          <a:noFill/>
        </p:spPr>
        <p:txBody>
          <a:bodyPr/>
          <a:lstStyle/>
          <a:p>
            <a:fld id="{3FD4A6DE-255A-4C0E-A52E-71B2D7B9E259}" type="slidenum">
              <a:rPr lang="cs-CZ" altLang="cs-CZ">
                <a:latin typeface="Calibri" pitchFamily="34" charset="0"/>
              </a:rPr>
              <a:pPr/>
              <a:t>7</a:t>
            </a:fld>
            <a:endParaRPr lang="cs-CZ" altLang="cs-CZ" dirty="0">
              <a:latin typeface="Calibri" pitchFamily="34" charset="0"/>
            </a:endParaRPr>
          </a:p>
        </p:txBody>
      </p:sp>
      <p:sp>
        <p:nvSpPr>
          <p:cNvPr id="7" name="Zaoblený obdélník 6">
            <a:extLst>
              <a:ext uri="{FF2B5EF4-FFF2-40B4-BE49-F238E27FC236}">
                <a16:creationId xmlns:a16="http://schemas.microsoft.com/office/drawing/2014/main" id="{0A2D91CE-973B-461C-B65A-8724E2699E65}"/>
              </a:ext>
            </a:extLst>
          </p:cNvPr>
          <p:cNvSpPr/>
          <p:nvPr/>
        </p:nvSpPr>
        <p:spPr bwMode="auto">
          <a:xfrm>
            <a:off x="5076057" y="2850963"/>
            <a:ext cx="3600400" cy="1874181"/>
          </a:xfrm>
          <a:prstGeom prst="roundRect">
            <a:avLst>
              <a:gd name="adj" fmla="val 1514"/>
            </a:avLst>
          </a:prstGeom>
          <a:solidFill>
            <a:srgbClr val="FFFFCC"/>
          </a:solidFill>
          <a:ln w="15875" cap="flat" cmpd="sng" algn="ctr">
            <a:solidFill>
              <a:srgbClr val="000000"/>
            </a:solidFill>
            <a:prstDash val="solid"/>
            <a:round/>
            <a:headEnd type="none" w="med" len="med"/>
            <a:tailEnd type="none" w="med" len="med"/>
          </a:ln>
          <a:effectLst>
            <a:outerShdw blurRad="50800" dist="114300" dir="18900000" algn="bl" rotWithShape="0">
              <a:prstClr val="black">
                <a:alpha val="40000"/>
              </a:prstClr>
            </a:outerShdw>
          </a:effectLst>
        </p:spPr>
        <p:txBody>
          <a:bodyPr lIns="91432" tIns="45716" rIns="91432" bIns="45716" anchor="t"/>
          <a:lstStyle/>
          <a:p>
            <a:pPr>
              <a:lnSpc>
                <a:spcPct val="90000"/>
              </a:lnSpc>
              <a:defRPr/>
            </a:pPr>
            <a:r>
              <a:rPr lang="en-US" sz="1400" b="1" dirty="0">
                <a:latin typeface="Consolas" pitchFamily="49" charset="0"/>
              </a:rPr>
              <a:t>{</a:t>
            </a:r>
            <a:r>
              <a:rPr lang="cs-CZ" sz="1400" b="1" dirty="0">
                <a:latin typeface="Consolas" pitchFamily="49" charset="0"/>
              </a:rPr>
              <a:t>"</a:t>
            </a:r>
            <a:r>
              <a:rPr lang="cs-CZ" sz="1400" b="1" dirty="0" err="1">
                <a:latin typeface="Consolas" pitchFamily="49" charset="0"/>
              </a:rPr>
              <a:t>root</a:t>
            </a:r>
            <a:r>
              <a:rPr lang="cs-CZ" sz="1400" b="1" dirty="0">
                <a:latin typeface="Consolas" pitchFamily="49" charset="0"/>
              </a:rPr>
              <a:t>"</a:t>
            </a:r>
            <a:r>
              <a:rPr lang="en-US" sz="1400" b="1" dirty="0">
                <a:latin typeface="Consolas" pitchFamily="49" charset="0"/>
              </a:rPr>
              <a:t>: [</a:t>
            </a:r>
          </a:p>
          <a:p>
            <a:pPr>
              <a:lnSpc>
                <a:spcPct val="90000"/>
              </a:lnSpc>
              <a:defRPr/>
            </a:pPr>
            <a:r>
              <a:rPr lang="en-US" sz="1400" b="1" dirty="0">
                <a:latin typeface="Consolas" pitchFamily="49" charset="0"/>
              </a:rPr>
              <a:t>  </a:t>
            </a:r>
            <a:r>
              <a:rPr lang="cs-CZ" sz="1400" b="1" dirty="0">
                <a:latin typeface="Consolas" pitchFamily="49" charset="0"/>
              </a:rPr>
              <a:t> </a:t>
            </a:r>
            <a:r>
              <a:rPr lang="en-US" sz="1400" b="1" dirty="0">
                <a:latin typeface="Consolas" pitchFamily="49" charset="0"/>
              </a:rPr>
              <a:t>{</a:t>
            </a:r>
            <a:r>
              <a:rPr lang="cs-CZ" sz="1400" b="1" dirty="0">
                <a:latin typeface="Consolas" pitchFamily="49" charset="0"/>
              </a:rPr>
              <a:t>"</a:t>
            </a:r>
            <a:r>
              <a:rPr lang="en-US" sz="1400" b="1" dirty="0">
                <a:latin typeface="Consolas" pitchFamily="49" charset="0"/>
              </a:rPr>
              <a:t>a</a:t>
            </a:r>
            <a:r>
              <a:rPr lang="cs-CZ" sz="1400" b="1" dirty="0">
                <a:latin typeface="Consolas" pitchFamily="49" charset="0"/>
              </a:rPr>
              <a:t>"</a:t>
            </a:r>
            <a:r>
              <a:rPr lang="en-US" sz="1400" b="1" dirty="0">
                <a:latin typeface="Consolas" pitchFamily="49" charset="0"/>
              </a:rPr>
              <a:t>: </a:t>
            </a:r>
            <a:r>
              <a:rPr lang="cs-CZ" sz="1400" b="1" dirty="0">
                <a:latin typeface="Consolas" pitchFamily="49" charset="0"/>
              </a:rPr>
              <a:t>"</a:t>
            </a:r>
            <a:r>
              <a:rPr lang="en-US" sz="1400" b="1" dirty="0">
                <a:latin typeface="Consolas" pitchFamily="49" charset="0"/>
              </a:rPr>
              <a:t>123</a:t>
            </a:r>
            <a:r>
              <a:rPr lang="cs-CZ" sz="1400" b="1" dirty="0">
                <a:latin typeface="Consolas" pitchFamily="49" charset="0"/>
              </a:rPr>
              <a:t>"</a:t>
            </a:r>
            <a:r>
              <a:rPr lang="en-US" sz="1400" b="1" dirty="0">
                <a:latin typeface="Consolas" pitchFamily="49" charset="0"/>
              </a:rPr>
              <a:t> },</a:t>
            </a:r>
          </a:p>
          <a:p>
            <a:pPr>
              <a:lnSpc>
                <a:spcPct val="90000"/>
              </a:lnSpc>
              <a:defRPr/>
            </a:pPr>
            <a:r>
              <a:rPr lang="en-US" sz="1400" b="1" dirty="0">
                <a:latin typeface="Consolas" pitchFamily="49" charset="0"/>
              </a:rPr>
              <a:t>  </a:t>
            </a:r>
            <a:r>
              <a:rPr lang="cs-CZ" sz="1400" b="1" dirty="0">
                <a:latin typeface="Consolas" pitchFamily="49" charset="0"/>
              </a:rPr>
              <a:t> </a:t>
            </a:r>
            <a:r>
              <a:rPr lang="en-US" sz="1400" b="1" dirty="0">
                <a:latin typeface="Consolas" pitchFamily="49" charset="0"/>
              </a:rPr>
              <a:t>{</a:t>
            </a:r>
            <a:r>
              <a:rPr lang="cs-CZ" sz="1400" b="1" dirty="0">
                <a:latin typeface="Consolas" pitchFamily="49" charset="0"/>
              </a:rPr>
              <a:t>"</a:t>
            </a:r>
            <a:r>
              <a:rPr lang="en-US" sz="1400" b="1" dirty="0">
                <a:latin typeface="Consolas" pitchFamily="49" charset="0"/>
              </a:rPr>
              <a:t>b</a:t>
            </a:r>
            <a:r>
              <a:rPr lang="cs-CZ" sz="1400" b="1" dirty="0">
                <a:latin typeface="Consolas" pitchFamily="49" charset="0"/>
              </a:rPr>
              <a:t>"</a:t>
            </a:r>
            <a:r>
              <a:rPr lang="en-US" sz="1400" b="1" dirty="0">
                <a:latin typeface="Consolas" pitchFamily="49" charset="0"/>
              </a:rPr>
              <a:t>: [</a:t>
            </a:r>
          </a:p>
          <a:p>
            <a:pPr>
              <a:lnSpc>
                <a:spcPct val="90000"/>
              </a:lnSpc>
              <a:defRPr/>
            </a:pPr>
            <a:r>
              <a:rPr lang="en-US" sz="1400" b="1" dirty="0">
                <a:latin typeface="Consolas" pitchFamily="49" charset="0"/>
              </a:rPr>
              <a:t>   </a:t>
            </a:r>
            <a:r>
              <a:rPr lang="cs-CZ" sz="1400" b="1" dirty="0">
                <a:latin typeface="Consolas" pitchFamily="49" charset="0"/>
              </a:rPr>
              <a:t> </a:t>
            </a:r>
            <a:r>
              <a:rPr lang="en-US" sz="1400" b="1" dirty="0">
                <a:latin typeface="Consolas" pitchFamily="49" charset="0"/>
              </a:rPr>
              <a:t>  {</a:t>
            </a:r>
            <a:r>
              <a:rPr lang="cs-CZ" sz="1400" b="1" dirty="0">
                <a:latin typeface="Consolas" pitchFamily="49" charset="0"/>
              </a:rPr>
              <a:t>"</a:t>
            </a:r>
            <a:r>
              <a:rPr lang="en-US" sz="1400" b="1" dirty="0">
                <a:latin typeface="Consolas" pitchFamily="49" charset="0"/>
              </a:rPr>
              <a:t>c</a:t>
            </a:r>
            <a:r>
              <a:rPr lang="cs-CZ" sz="1400" b="1" dirty="0">
                <a:latin typeface="Consolas" pitchFamily="49" charset="0"/>
              </a:rPr>
              <a:t>"</a:t>
            </a:r>
            <a:r>
              <a:rPr lang="en-US" sz="1400" b="1" dirty="0">
                <a:latin typeface="Consolas" pitchFamily="49" charset="0"/>
              </a:rPr>
              <a:t>: [{}] },</a:t>
            </a:r>
          </a:p>
          <a:p>
            <a:pPr>
              <a:lnSpc>
                <a:spcPct val="90000"/>
              </a:lnSpc>
              <a:defRPr/>
            </a:pPr>
            <a:r>
              <a:rPr lang="en-US" sz="1400" b="1" dirty="0">
                <a:latin typeface="Consolas" pitchFamily="49" charset="0"/>
              </a:rPr>
              <a:t>      </a:t>
            </a:r>
            <a:r>
              <a:rPr lang="cs-CZ" sz="1400" b="1" dirty="0">
                <a:latin typeface="Consolas" pitchFamily="49" charset="0"/>
              </a:rPr>
              <a:t>"</a:t>
            </a:r>
            <a:r>
              <a:rPr lang="en-US" sz="1400" b="1" dirty="0">
                <a:latin typeface="Consolas" pitchFamily="49" charset="0"/>
              </a:rPr>
              <a:t>text</a:t>
            </a:r>
            <a:r>
              <a:rPr lang="cs-CZ" sz="1400" b="1" dirty="0">
                <a:latin typeface="Consolas" pitchFamily="49" charset="0"/>
              </a:rPr>
              <a:t>"</a:t>
            </a:r>
            <a:endParaRPr lang="en-US" sz="1400" b="1" dirty="0">
              <a:latin typeface="Consolas" pitchFamily="49" charset="0"/>
            </a:endParaRPr>
          </a:p>
          <a:p>
            <a:pPr>
              <a:lnSpc>
                <a:spcPct val="90000"/>
              </a:lnSpc>
              <a:defRPr/>
            </a:pPr>
            <a:r>
              <a:rPr lang="en-US" sz="1400" b="1" dirty="0">
                <a:latin typeface="Consolas" pitchFamily="49" charset="0"/>
              </a:rPr>
              <a:t>    </a:t>
            </a:r>
            <a:r>
              <a:rPr lang="cs-CZ" sz="1400" b="1" dirty="0">
                <a:latin typeface="Consolas" pitchFamily="49" charset="0"/>
              </a:rPr>
              <a:t> </a:t>
            </a:r>
            <a:r>
              <a:rPr lang="en-US" sz="1400" b="1" dirty="0">
                <a:latin typeface="Consolas" pitchFamily="49" charset="0"/>
              </a:rPr>
              <a:t>]</a:t>
            </a:r>
          </a:p>
          <a:p>
            <a:pPr>
              <a:lnSpc>
                <a:spcPct val="90000"/>
              </a:lnSpc>
              <a:defRPr/>
            </a:pPr>
            <a:r>
              <a:rPr lang="en-US" sz="1400" b="1" dirty="0">
                <a:latin typeface="Consolas" pitchFamily="49" charset="0"/>
              </a:rPr>
              <a:t>  </a:t>
            </a:r>
            <a:r>
              <a:rPr lang="cs-CZ" sz="1400" b="1" dirty="0">
                <a:latin typeface="Consolas" pitchFamily="49" charset="0"/>
              </a:rPr>
              <a:t> </a:t>
            </a:r>
            <a:r>
              <a:rPr lang="en-US" sz="1400" b="1" dirty="0">
                <a:latin typeface="Consolas" pitchFamily="49" charset="0"/>
              </a:rPr>
              <a:t>}</a:t>
            </a:r>
            <a:endParaRPr lang="cs-CZ" sz="1400" b="1" dirty="0">
              <a:latin typeface="Consolas" pitchFamily="49" charset="0"/>
            </a:endParaRPr>
          </a:p>
          <a:p>
            <a:pPr>
              <a:lnSpc>
                <a:spcPct val="90000"/>
              </a:lnSpc>
              <a:defRPr/>
            </a:pPr>
            <a:r>
              <a:rPr lang="cs-CZ" sz="1400" b="1" dirty="0">
                <a:latin typeface="Consolas" pitchFamily="49" charset="0"/>
              </a:rPr>
              <a:t> ]</a:t>
            </a:r>
            <a:r>
              <a:rPr lang="en-US" sz="1400" b="1" dirty="0">
                <a:latin typeface="Consolas" pitchFamily="49" charset="0"/>
              </a:rPr>
              <a:t> </a:t>
            </a:r>
          </a:p>
          <a:p>
            <a:pPr>
              <a:lnSpc>
                <a:spcPct val="90000"/>
              </a:lnSpc>
              <a:defRPr/>
            </a:pPr>
            <a:r>
              <a:rPr lang="en-US" sz="1200" b="1" dirty="0">
                <a:latin typeface="Consolas" pitchFamily="49" charset="0"/>
              </a:rPr>
              <a:t>}</a:t>
            </a:r>
            <a:endParaRPr lang="cs-CZ" sz="1200" b="1" dirty="0">
              <a:latin typeface="Consolas" pitchFamily="49" charset="0"/>
            </a:endParaRPr>
          </a:p>
          <a:p>
            <a:pPr>
              <a:defRPr/>
            </a:pPr>
            <a:r>
              <a:rPr lang="cs-CZ" sz="1200" b="1" dirty="0">
                <a:latin typeface="Consolas" pitchFamily="49" charset="0"/>
              </a:rPr>
              <a:t> </a:t>
            </a:r>
            <a:endParaRPr lang="cs-CZ" sz="900" b="1" dirty="0">
              <a:latin typeface="Consolas" pitchFamily="49" charset="0"/>
            </a:endParaRPr>
          </a:p>
        </p:txBody>
      </p:sp>
      <p:sp>
        <p:nvSpPr>
          <p:cNvPr id="11" name="Zaoblený obdélník 10">
            <a:extLst>
              <a:ext uri="{FF2B5EF4-FFF2-40B4-BE49-F238E27FC236}">
                <a16:creationId xmlns:a16="http://schemas.microsoft.com/office/drawing/2014/main" id="{0A2D91CE-973B-461C-B65A-8724E2699E65}"/>
              </a:ext>
            </a:extLst>
          </p:cNvPr>
          <p:cNvSpPr/>
          <p:nvPr/>
        </p:nvSpPr>
        <p:spPr bwMode="auto">
          <a:xfrm>
            <a:off x="1043608" y="2827268"/>
            <a:ext cx="3249614" cy="1874180"/>
          </a:xfrm>
          <a:prstGeom prst="roundRect">
            <a:avLst>
              <a:gd name="adj" fmla="val 1514"/>
            </a:avLst>
          </a:prstGeom>
          <a:solidFill>
            <a:srgbClr val="FFFFCC"/>
          </a:solidFill>
          <a:ln w="15875" cap="flat" cmpd="sng" algn="ctr">
            <a:solidFill>
              <a:srgbClr val="000000"/>
            </a:solidFill>
            <a:prstDash val="solid"/>
            <a:round/>
            <a:headEnd type="none" w="med" len="med"/>
            <a:tailEnd type="none" w="med" len="med"/>
          </a:ln>
          <a:effectLst>
            <a:outerShdw blurRad="50800" dist="114300" dir="18900000" algn="bl" rotWithShape="0">
              <a:prstClr val="black">
                <a:alpha val="40000"/>
              </a:prstClr>
            </a:outerShdw>
          </a:effectLst>
        </p:spPr>
        <p:txBody>
          <a:bodyPr lIns="91432" tIns="45716" rIns="91432" bIns="45716" anchor="t"/>
          <a:lstStyle/>
          <a:p>
            <a:pPr>
              <a:lnSpc>
                <a:spcPct val="90000"/>
              </a:lnSpc>
              <a:defRPr/>
            </a:pPr>
            <a:r>
              <a:rPr lang="en-US" sz="1400" b="1" dirty="0">
                <a:latin typeface="Consolas" pitchFamily="49" charset="0"/>
              </a:rPr>
              <a:t>&lt;</a:t>
            </a:r>
            <a:r>
              <a:rPr lang="cs-CZ" sz="1400" b="1" dirty="0" err="1">
                <a:latin typeface="Consolas" pitchFamily="49" charset="0"/>
              </a:rPr>
              <a:t>root</a:t>
            </a:r>
            <a:r>
              <a:rPr lang="cs-CZ" sz="1400" b="1" dirty="0">
                <a:latin typeface="Consolas" pitchFamily="49" charset="0"/>
              </a:rPr>
              <a:t> a</a:t>
            </a:r>
            <a:r>
              <a:rPr lang="en-US" sz="1400" b="1" dirty="0">
                <a:latin typeface="Consolas" pitchFamily="49" charset="0"/>
              </a:rPr>
              <a:t>=“123"&gt;</a:t>
            </a:r>
            <a:endParaRPr lang="cs-CZ" sz="1400" b="1" dirty="0">
              <a:latin typeface="Consolas" pitchFamily="49" charset="0"/>
            </a:endParaRPr>
          </a:p>
          <a:p>
            <a:pPr>
              <a:lnSpc>
                <a:spcPct val="90000"/>
              </a:lnSpc>
              <a:defRPr/>
            </a:pPr>
            <a:r>
              <a:rPr lang="cs-CZ" sz="1400" b="1" dirty="0">
                <a:latin typeface="Consolas" pitchFamily="49" charset="0"/>
              </a:rPr>
              <a:t> </a:t>
            </a:r>
            <a:r>
              <a:rPr lang="en-US" sz="1400" b="1" dirty="0">
                <a:latin typeface="Consolas" pitchFamily="49" charset="0"/>
              </a:rPr>
              <a:t> &lt;b&gt;</a:t>
            </a:r>
          </a:p>
          <a:p>
            <a:pPr>
              <a:lnSpc>
                <a:spcPct val="90000"/>
              </a:lnSpc>
              <a:defRPr/>
            </a:pPr>
            <a:r>
              <a:rPr lang="en-US" sz="1400" b="1" dirty="0">
                <a:latin typeface="Consolas" pitchFamily="49" charset="0"/>
              </a:rPr>
              <a:t>    &lt;c/&gt;</a:t>
            </a:r>
          </a:p>
          <a:p>
            <a:pPr>
              <a:lnSpc>
                <a:spcPct val="90000"/>
              </a:lnSpc>
              <a:defRPr/>
            </a:pPr>
            <a:r>
              <a:rPr lang="en-US" sz="1400" b="1" dirty="0">
                <a:latin typeface="Consolas" pitchFamily="49" charset="0"/>
              </a:rPr>
              <a:t>    text</a:t>
            </a:r>
          </a:p>
          <a:p>
            <a:pPr>
              <a:lnSpc>
                <a:spcPct val="90000"/>
              </a:lnSpc>
              <a:defRPr/>
            </a:pPr>
            <a:r>
              <a:rPr lang="en-US" sz="1400" b="1" dirty="0">
                <a:latin typeface="Consolas" pitchFamily="49" charset="0"/>
              </a:rPr>
              <a:t>  &lt;/b&gt;</a:t>
            </a:r>
          </a:p>
          <a:p>
            <a:pPr>
              <a:lnSpc>
                <a:spcPct val="90000"/>
              </a:lnSpc>
              <a:defRPr/>
            </a:pPr>
            <a:r>
              <a:rPr lang="en-US" sz="1400" b="1" dirty="0">
                <a:latin typeface="Consolas" pitchFamily="49" charset="0"/>
              </a:rPr>
              <a:t>&lt;/root&gt;</a:t>
            </a:r>
          </a:p>
          <a:p>
            <a:pPr>
              <a:lnSpc>
                <a:spcPct val="90000"/>
              </a:lnSpc>
              <a:defRPr/>
            </a:pPr>
            <a:r>
              <a:rPr lang="en-US" sz="1400" b="1" dirty="0">
                <a:latin typeface="Consolas" pitchFamily="49" charset="0"/>
              </a:rPr>
              <a:t> </a:t>
            </a:r>
            <a:endParaRPr lang="cs-CZ" sz="1400" b="1" dirty="0">
              <a:latin typeface="Consolas" pitchFamily="49" charset="0"/>
            </a:endParaRPr>
          </a:p>
          <a:p>
            <a:pPr>
              <a:defRPr/>
            </a:pPr>
            <a:r>
              <a:rPr lang="cs-CZ" sz="1200" b="1" dirty="0">
                <a:latin typeface="Consolas" pitchFamily="49" charset="0"/>
              </a:rPr>
              <a:t> </a:t>
            </a:r>
            <a:endParaRPr lang="cs-CZ" sz="900" b="1" dirty="0">
              <a:latin typeface="Consolas" pitchFamily="49" charset="0"/>
            </a:endParaRPr>
          </a:p>
        </p:txBody>
      </p:sp>
    </p:spTree>
    <p:extLst>
      <p:ext uri="{BB962C8B-B14F-4D97-AF65-F5344CB8AC3E}">
        <p14:creationId xmlns:p14="http://schemas.microsoft.com/office/powerpoint/2010/main" val="829080523"/>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Zástupný symbol pro zápatí 11"/>
          <p:cNvSpPr>
            <a:spLocks noGrp="1"/>
          </p:cNvSpPr>
          <p:nvPr>
            <p:ph type="ftr" sz="quarter" idx="10"/>
          </p:nvPr>
        </p:nvSpPr>
        <p:spPr/>
        <p:txBody>
          <a:bodyPr/>
          <a:lstStyle/>
          <a:p>
            <a:pPr>
              <a:defRPr/>
            </a:pPr>
            <a:r>
              <a:rPr lang="cs-CZ" b="1" kern="0" dirty="0">
                <a:solidFill>
                  <a:srgbClr val="CA0383"/>
                </a:solidFill>
                <a:latin typeface="Calibri" panose="020F0502020204030204" pitchFamily="34" charset="0"/>
              </a:rPr>
              <a:t>www.syntea.cz</a:t>
            </a:r>
          </a:p>
        </p:txBody>
      </p:sp>
      <p:sp>
        <p:nvSpPr>
          <p:cNvPr id="10" name="Rectangle 3"/>
          <p:cNvSpPr txBox="1">
            <a:spLocks noChangeArrowheads="1"/>
          </p:cNvSpPr>
          <p:nvPr/>
        </p:nvSpPr>
        <p:spPr bwMode="auto">
          <a:xfrm>
            <a:off x="818331" y="764704"/>
            <a:ext cx="7858125" cy="642938"/>
          </a:xfrm>
          <a:prstGeom prst="rect">
            <a:avLst/>
          </a:prstGeom>
          <a:noFill/>
          <a:ln w="9525">
            <a:noFill/>
            <a:miter lim="800000"/>
            <a:headEnd/>
            <a:tailEnd/>
          </a:ln>
          <a:effectLst/>
        </p:spPr>
        <p:txBody>
          <a:bodyPr lIns="36000" tIns="0" rIns="36000" bIns="36000"/>
          <a:lstStyle/>
          <a:p>
            <a:pPr eaLnBrk="1" hangingPunct="1">
              <a:lnSpc>
                <a:spcPct val="120000"/>
              </a:lnSpc>
              <a:spcBef>
                <a:spcPct val="20000"/>
              </a:spcBef>
              <a:buFont typeface="Wingdings" pitchFamily="2" charset="2"/>
              <a:buNone/>
              <a:defRPr/>
            </a:pPr>
            <a:r>
              <a:rPr lang="cs-CZ" sz="3600" b="1" kern="0" dirty="0">
                <a:solidFill>
                  <a:srgbClr val="CA0383"/>
                </a:solidFill>
                <a:latin typeface="Calibri" panose="020F0502020204030204" pitchFamily="34" charset="0"/>
              </a:rPr>
              <a:t>JSON to XML </a:t>
            </a:r>
            <a:r>
              <a:rPr lang="cs-CZ" sz="3600" b="1" kern="0" dirty="0" err="1">
                <a:solidFill>
                  <a:srgbClr val="CA0383"/>
                </a:solidFill>
                <a:latin typeface="Calibri" panose="020F0502020204030204" pitchFamily="34" charset="0"/>
              </a:rPr>
              <a:t>conversion</a:t>
            </a:r>
            <a:endParaRPr lang="cs-CZ" sz="3600" b="1" kern="0" dirty="0">
              <a:solidFill>
                <a:srgbClr val="CA0383"/>
              </a:solidFill>
              <a:latin typeface="Calibri" panose="020F0502020204030204" pitchFamily="34" charset="0"/>
            </a:endParaRPr>
          </a:p>
        </p:txBody>
      </p:sp>
      <p:sp>
        <p:nvSpPr>
          <p:cNvPr id="27" name="Rectangle 3"/>
          <p:cNvSpPr txBox="1">
            <a:spLocks noChangeArrowheads="1"/>
          </p:cNvSpPr>
          <p:nvPr/>
        </p:nvSpPr>
        <p:spPr bwMode="auto">
          <a:xfrm>
            <a:off x="818330" y="1340768"/>
            <a:ext cx="8074149" cy="1872208"/>
          </a:xfrm>
          <a:prstGeom prst="rect">
            <a:avLst/>
          </a:prstGeom>
          <a:noFill/>
          <a:ln w="9525">
            <a:noFill/>
            <a:miter lim="800000"/>
            <a:headEnd/>
            <a:tailEnd/>
          </a:ln>
          <a:effectLst/>
        </p:spPr>
        <p:txBody>
          <a:bodyPr lIns="36000" tIns="0" rIns="36000" bIns="36000"/>
          <a:lstStyle/>
          <a:p>
            <a:pPr algn="just" eaLnBrk="1" hangingPunct="1">
              <a:spcBef>
                <a:spcPts val="1800"/>
              </a:spcBef>
              <a:defRPr/>
            </a:pPr>
            <a:r>
              <a:rPr lang="en-US" sz="1800" b="1" kern="0" dirty="0">
                <a:solidFill>
                  <a:srgbClr val="0000FF"/>
                </a:solidFill>
                <a:latin typeface="Calibri" panose="020F0502020204030204" pitchFamily="34" charset="0"/>
              </a:rPr>
              <a:t>XML can generally be converted to JSON, but not the other way around. Values of attributes and text nodes in XML are strings, it is generally not possible to distinguish whether, for example, a value containing digits should be a string or a number. Additionally, XML has no way to describe arrays of fields, etc. Therefore, when converting to XML, it is necessary to add information about types, or what is an array, map, etc. Converting JSON to XML can then look quite clumsy, e.g. like this:</a:t>
            </a:r>
            <a:endParaRPr lang="cs-CZ" sz="1800" b="1" kern="0" dirty="0">
              <a:solidFill>
                <a:srgbClr val="0000FF"/>
              </a:solidFill>
              <a:latin typeface="Calibri" panose="020F0502020204030204" pitchFamily="34" charset="0"/>
            </a:endParaRPr>
          </a:p>
          <a:p>
            <a:pPr algn="just" eaLnBrk="1" hangingPunct="1">
              <a:spcBef>
                <a:spcPts val="1800"/>
              </a:spcBef>
              <a:defRPr/>
            </a:pPr>
            <a:endParaRPr lang="cs-CZ" sz="1800" b="1" kern="0" dirty="0">
              <a:latin typeface="Calibri" panose="020F0502020204030204" pitchFamily="34" charset="0"/>
            </a:endParaRPr>
          </a:p>
          <a:p>
            <a:pPr algn="just" eaLnBrk="1" hangingPunct="1">
              <a:spcBef>
                <a:spcPts val="1800"/>
              </a:spcBef>
              <a:defRPr/>
            </a:pPr>
            <a:endParaRPr lang="cs-CZ" sz="1800" b="1" kern="0" dirty="0">
              <a:latin typeface="Calibri" panose="020F0502020204030204" pitchFamily="34" charset="0"/>
            </a:endParaRPr>
          </a:p>
          <a:p>
            <a:pPr algn="just" eaLnBrk="1" hangingPunct="1">
              <a:spcBef>
                <a:spcPts val="1800"/>
              </a:spcBef>
              <a:defRPr/>
            </a:pPr>
            <a:endParaRPr lang="cs-CZ" sz="1800" b="1" kern="0" dirty="0">
              <a:latin typeface="Calibri" panose="020F0502020204030204" pitchFamily="34" charset="0"/>
            </a:endParaRPr>
          </a:p>
          <a:p>
            <a:pPr algn="just" eaLnBrk="1" hangingPunct="1">
              <a:spcBef>
                <a:spcPts val="1800"/>
              </a:spcBef>
              <a:defRPr/>
            </a:pPr>
            <a:endParaRPr lang="en-US" sz="1800" b="1" kern="0" dirty="0">
              <a:solidFill>
                <a:srgbClr val="0000FF"/>
              </a:solidFill>
              <a:latin typeface="Calibri" panose="020F0502020204030204" pitchFamily="34" charset="0"/>
            </a:endParaRPr>
          </a:p>
          <a:p>
            <a:pPr algn="just" eaLnBrk="1" hangingPunct="1">
              <a:spcBef>
                <a:spcPts val="1800"/>
              </a:spcBef>
              <a:defRPr/>
            </a:pPr>
            <a:r>
              <a:rPr lang="en-US" sz="1800" b="1" kern="0" dirty="0">
                <a:solidFill>
                  <a:srgbClr val="0000FF"/>
                </a:solidFill>
                <a:latin typeface="Calibri" panose="020F0502020204030204" pitchFamily="34" charset="0"/>
              </a:rPr>
              <a:t>As we can see, we need to add to the XML what is in the JSON field, what is the map, what is the named value of the map and add the type of the value according to the JSON original.</a:t>
            </a:r>
            <a:endParaRPr lang="cs-CZ" sz="1800" b="1" kern="0" dirty="0">
              <a:solidFill>
                <a:srgbClr val="0000FF"/>
              </a:solidFill>
              <a:latin typeface="Calibri" panose="020F0502020204030204" pitchFamily="34" charset="0"/>
            </a:endParaRPr>
          </a:p>
          <a:p>
            <a:pPr algn="just" eaLnBrk="1" hangingPunct="1">
              <a:spcBef>
                <a:spcPts val="1800"/>
              </a:spcBef>
              <a:defRPr/>
            </a:pPr>
            <a:endParaRPr lang="cs-CZ" sz="1800" b="1" kern="0" dirty="0">
              <a:latin typeface="Calibri" panose="020F0502020204030204" pitchFamily="34" charset="0"/>
            </a:endParaRPr>
          </a:p>
          <a:p>
            <a:pPr algn="just" eaLnBrk="1" hangingPunct="1">
              <a:spcBef>
                <a:spcPts val="1800"/>
              </a:spcBef>
              <a:defRPr/>
            </a:pPr>
            <a:endParaRPr lang="cs-CZ" sz="1800" b="1" kern="0" dirty="0">
              <a:latin typeface="Calibri" panose="020F0502020204030204" pitchFamily="34" charset="0"/>
            </a:endParaRPr>
          </a:p>
          <a:p>
            <a:pPr algn="just" eaLnBrk="1" hangingPunct="1">
              <a:spcBef>
                <a:spcPts val="1800"/>
              </a:spcBef>
              <a:defRPr/>
            </a:pPr>
            <a:endParaRPr lang="cs-CZ" sz="1800" b="1" kern="0" dirty="0">
              <a:latin typeface="Calibri" panose="020F0502020204030204" pitchFamily="34" charset="0"/>
            </a:endParaRPr>
          </a:p>
          <a:p>
            <a:pPr algn="just" eaLnBrk="1" hangingPunct="1">
              <a:spcBef>
                <a:spcPts val="1800"/>
              </a:spcBef>
              <a:defRPr/>
            </a:pPr>
            <a:endParaRPr lang="cs-CZ" sz="1800" b="1" kern="0" dirty="0">
              <a:latin typeface="Calibri" panose="020F0502020204030204" pitchFamily="34" charset="0"/>
            </a:endParaRPr>
          </a:p>
          <a:p>
            <a:pPr algn="just" eaLnBrk="1" hangingPunct="1">
              <a:spcBef>
                <a:spcPts val="1800"/>
              </a:spcBef>
              <a:defRPr/>
            </a:pPr>
            <a:r>
              <a:rPr lang="en-US" sz="1800" b="1" kern="0" dirty="0">
                <a:latin typeface="Calibri" panose="020F0502020204030204" pitchFamily="34" charset="0"/>
              </a:rPr>
              <a:t>0</a:t>
            </a:r>
            <a:endParaRPr lang="cs-CZ" sz="1800" b="1" kern="0" dirty="0">
              <a:latin typeface="Calibri" panose="020F0502020204030204" pitchFamily="34" charset="0"/>
            </a:endParaRPr>
          </a:p>
        </p:txBody>
      </p:sp>
      <p:cxnSp>
        <p:nvCxnSpPr>
          <p:cNvPr id="5" name="Přímá spojnice 4"/>
          <p:cNvCxnSpPr/>
          <p:nvPr/>
        </p:nvCxnSpPr>
        <p:spPr bwMode="auto">
          <a:xfrm>
            <a:off x="804863" y="6309320"/>
            <a:ext cx="7561262" cy="0"/>
          </a:xfrm>
          <a:prstGeom prst="line">
            <a:avLst/>
          </a:prstGeom>
          <a:ln w="158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7174" name="Zástupný symbol pro číslo snímku 12"/>
          <p:cNvSpPr>
            <a:spLocks noGrp="1"/>
          </p:cNvSpPr>
          <p:nvPr>
            <p:ph type="sldNum" sz="quarter" idx="11"/>
          </p:nvPr>
        </p:nvSpPr>
        <p:spPr>
          <a:noFill/>
        </p:spPr>
        <p:txBody>
          <a:bodyPr/>
          <a:lstStyle/>
          <a:p>
            <a:fld id="{3FD4A6DE-255A-4C0E-A52E-71B2D7B9E259}" type="slidenum">
              <a:rPr lang="cs-CZ" altLang="cs-CZ">
                <a:latin typeface="Calibri" pitchFamily="34" charset="0"/>
              </a:rPr>
              <a:pPr/>
              <a:t>8</a:t>
            </a:fld>
            <a:endParaRPr lang="cs-CZ" altLang="cs-CZ" dirty="0">
              <a:latin typeface="Calibri" pitchFamily="34" charset="0"/>
            </a:endParaRPr>
          </a:p>
        </p:txBody>
      </p:sp>
      <p:sp>
        <p:nvSpPr>
          <p:cNvPr id="7" name="Zaoblený obdélník 6">
            <a:extLst>
              <a:ext uri="{FF2B5EF4-FFF2-40B4-BE49-F238E27FC236}">
                <a16:creationId xmlns:a16="http://schemas.microsoft.com/office/drawing/2014/main" id="{0A2D91CE-973B-461C-B65A-8724E2699E65}"/>
              </a:ext>
            </a:extLst>
          </p:cNvPr>
          <p:cNvSpPr/>
          <p:nvPr/>
        </p:nvSpPr>
        <p:spPr bwMode="auto">
          <a:xfrm>
            <a:off x="826995" y="3427027"/>
            <a:ext cx="3312957" cy="1874181"/>
          </a:xfrm>
          <a:prstGeom prst="roundRect">
            <a:avLst>
              <a:gd name="adj" fmla="val 1514"/>
            </a:avLst>
          </a:prstGeom>
          <a:solidFill>
            <a:srgbClr val="FFFFCC"/>
          </a:solidFill>
          <a:ln w="15875" cap="flat" cmpd="sng" algn="ctr">
            <a:solidFill>
              <a:srgbClr val="000000"/>
            </a:solidFill>
            <a:prstDash val="solid"/>
            <a:round/>
            <a:headEnd type="none" w="med" len="med"/>
            <a:tailEnd type="none" w="med" len="med"/>
          </a:ln>
          <a:effectLst>
            <a:outerShdw blurRad="50800" dist="114300" dir="18900000" algn="bl" rotWithShape="0">
              <a:prstClr val="black">
                <a:alpha val="40000"/>
              </a:prstClr>
            </a:outerShdw>
          </a:effectLst>
        </p:spPr>
        <p:txBody>
          <a:bodyPr lIns="91432" tIns="45716" rIns="91432" bIns="45716" anchor="t"/>
          <a:lstStyle/>
          <a:p>
            <a:pPr>
              <a:lnSpc>
                <a:spcPct val="90000"/>
              </a:lnSpc>
              <a:defRPr/>
            </a:pPr>
            <a:endParaRPr lang="cs-CZ" sz="1400" b="1" dirty="0">
              <a:latin typeface="Consolas" pitchFamily="49" charset="0"/>
            </a:endParaRPr>
          </a:p>
          <a:p>
            <a:pPr>
              <a:lnSpc>
                <a:spcPct val="90000"/>
              </a:lnSpc>
              <a:defRPr/>
            </a:pPr>
            <a:r>
              <a:rPr lang="en-US" sz="1400" b="1" dirty="0">
                <a:latin typeface="Consolas" pitchFamily="49" charset="0"/>
              </a:rPr>
              <a:t>{</a:t>
            </a:r>
            <a:r>
              <a:rPr lang="cs-CZ" sz="1400" b="1" dirty="0">
                <a:latin typeface="Consolas" pitchFamily="49" charset="0"/>
              </a:rPr>
              <a:t> </a:t>
            </a:r>
            <a:r>
              <a:rPr lang="en-US" sz="1400" b="1" dirty="0">
                <a:latin typeface="Consolas" pitchFamily="49" charset="0"/>
              </a:rPr>
              <a:t>“</a:t>
            </a:r>
            <a:r>
              <a:rPr lang="cs-CZ" sz="1400" b="1" dirty="0" err="1">
                <a:latin typeface="Consolas" pitchFamily="49" charset="0"/>
              </a:rPr>
              <a:t>root</a:t>
            </a:r>
            <a:r>
              <a:rPr lang="en-US" sz="1400" b="1" dirty="0">
                <a:latin typeface="Consolas" pitchFamily="49" charset="0"/>
              </a:rPr>
              <a:t>”: {</a:t>
            </a:r>
          </a:p>
          <a:p>
            <a:pPr>
              <a:lnSpc>
                <a:spcPct val="90000"/>
              </a:lnSpc>
              <a:defRPr/>
            </a:pPr>
            <a:r>
              <a:rPr lang="en-US" sz="1400" b="1" dirty="0">
                <a:latin typeface="Consolas" pitchFamily="49" charset="0"/>
              </a:rPr>
              <a:t>  </a:t>
            </a:r>
            <a:r>
              <a:rPr lang="cs-CZ" sz="1400" b="1" dirty="0">
                <a:latin typeface="Consolas" pitchFamily="49" charset="0"/>
              </a:rPr>
              <a:t> </a:t>
            </a:r>
            <a:r>
              <a:rPr lang="en-US" sz="1400" b="1" dirty="0">
                <a:latin typeface="Consolas" pitchFamily="49" charset="0"/>
              </a:rPr>
              <a:t> “b”: 123,</a:t>
            </a:r>
          </a:p>
          <a:p>
            <a:pPr>
              <a:lnSpc>
                <a:spcPct val="90000"/>
              </a:lnSpc>
              <a:defRPr/>
            </a:pPr>
            <a:r>
              <a:rPr lang="en-US" sz="1400" b="1" dirty="0">
                <a:latin typeface="Consolas" pitchFamily="49" charset="0"/>
              </a:rPr>
              <a:t>   </a:t>
            </a:r>
            <a:r>
              <a:rPr lang="cs-CZ" sz="1400" b="1" dirty="0">
                <a:latin typeface="Consolas" pitchFamily="49" charset="0"/>
              </a:rPr>
              <a:t> </a:t>
            </a:r>
            <a:r>
              <a:rPr lang="en-US" sz="1400" b="1" dirty="0">
                <a:latin typeface="Consolas" pitchFamily="49" charset="0"/>
              </a:rPr>
              <a:t>“c”: [“</a:t>
            </a:r>
            <a:r>
              <a:rPr lang="en-US" sz="1400" b="1" dirty="0" err="1">
                <a:latin typeface="Consolas" pitchFamily="49" charset="0"/>
              </a:rPr>
              <a:t>abc</a:t>
            </a:r>
            <a:r>
              <a:rPr lang="en-US" sz="1400" b="1" dirty="0">
                <a:latin typeface="Consolas" pitchFamily="49" charset="0"/>
              </a:rPr>
              <a:t>”, 5]</a:t>
            </a:r>
          </a:p>
          <a:p>
            <a:pPr>
              <a:lnSpc>
                <a:spcPct val="90000"/>
              </a:lnSpc>
              <a:defRPr/>
            </a:pPr>
            <a:r>
              <a:rPr lang="en-US" sz="1400" b="1" dirty="0">
                <a:latin typeface="Consolas" pitchFamily="49" charset="0"/>
              </a:rPr>
              <a:t>  }</a:t>
            </a:r>
          </a:p>
          <a:p>
            <a:pPr>
              <a:lnSpc>
                <a:spcPct val="90000"/>
              </a:lnSpc>
              <a:defRPr/>
            </a:pPr>
            <a:r>
              <a:rPr lang="cs-CZ" sz="1400" b="1" dirty="0">
                <a:latin typeface="Consolas" pitchFamily="49" charset="0"/>
              </a:rPr>
              <a:t>}</a:t>
            </a:r>
            <a:r>
              <a:rPr lang="en-US" sz="1400" b="1" dirty="0">
                <a:latin typeface="Consolas" pitchFamily="49" charset="0"/>
              </a:rPr>
              <a:t> </a:t>
            </a:r>
          </a:p>
          <a:p>
            <a:pPr>
              <a:lnSpc>
                <a:spcPct val="90000"/>
              </a:lnSpc>
              <a:defRPr/>
            </a:pPr>
            <a:r>
              <a:rPr lang="en-US" sz="1200" b="1" dirty="0">
                <a:latin typeface="Consolas" pitchFamily="49" charset="0"/>
              </a:rPr>
              <a:t> </a:t>
            </a:r>
            <a:endParaRPr lang="cs-CZ" sz="1200" b="1" dirty="0">
              <a:latin typeface="Consolas" pitchFamily="49" charset="0"/>
            </a:endParaRPr>
          </a:p>
          <a:p>
            <a:pPr>
              <a:defRPr/>
            </a:pPr>
            <a:r>
              <a:rPr lang="cs-CZ" sz="1200" b="1" dirty="0">
                <a:latin typeface="Consolas" pitchFamily="49" charset="0"/>
              </a:rPr>
              <a:t> </a:t>
            </a:r>
            <a:endParaRPr lang="cs-CZ" sz="900" b="1" dirty="0">
              <a:latin typeface="Consolas" pitchFamily="49" charset="0"/>
            </a:endParaRPr>
          </a:p>
        </p:txBody>
      </p:sp>
      <p:sp>
        <p:nvSpPr>
          <p:cNvPr id="11" name="Zaoblený obdélník 10">
            <a:extLst>
              <a:ext uri="{FF2B5EF4-FFF2-40B4-BE49-F238E27FC236}">
                <a16:creationId xmlns:a16="http://schemas.microsoft.com/office/drawing/2014/main" id="{0A2D91CE-973B-461C-B65A-8724E2699E65}"/>
              </a:ext>
            </a:extLst>
          </p:cNvPr>
          <p:cNvSpPr/>
          <p:nvPr/>
        </p:nvSpPr>
        <p:spPr bwMode="auto">
          <a:xfrm>
            <a:off x="4694586" y="3427028"/>
            <a:ext cx="3981870" cy="1874180"/>
          </a:xfrm>
          <a:prstGeom prst="roundRect">
            <a:avLst>
              <a:gd name="adj" fmla="val 1514"/>
            </a:avLst>
          </a:prstGeom>
          <a:solidFill>
            <a:srgbClr val="FFFFCC"/>
          </a:solidFill>
          <a:ln w="15875" cap="flat" cmpd="sng" algn="ctr">
            <a:solidFill>
              <a:srgbClr val="000000"/>
            </a:solidFill>
            <a:prstDash val="solid"/>
            <a:round/>
            <a:headEnd type="none" w="med" len="med"/>
            <a:tailEnd type="none" w="med" len="med"/>
          </a:ln>
          <a:effectLst>
            <a:outerShdw blurRad="50800" dist="114300" dir="18900000" algn="bl" rotWithShape="0">
              <a:prstClr val="black">
                <a:alpha val="40000"/>
              </a:prstClr>
            </a:outerShdw>
          </a:effectLst>
        </p:spPr>
        <p:txBody>
          <a:bodyPr lIns="91432" tIns="45716" rIns="91432" bIns="45716" anchor="t"/>
          <a:lstStyle/>
          <a:p>
            <a:pPr>
              <a:lnSpc>
                <a:spcPct val="90000"/>
              </a:lnSpc>
              <a:defRPr/>
            </a:pPr>
            <a:r>
              <a:rPr lang="en-US" sz="1400" b="1" dirty="0">
                <a:latin typeface="Consolas" pitchFamily="49" charset="0"/>
              </a:rPr>
              <a:t>&lt;</a:t>
            </a:r>
            <a:r>
              <a:rPr lang="cs-CZ" sz="1400" b="1" dirty="0" err="1">
                <a:latin typeface="Consolas" pitchFamily="49" charset="0"/>
              </a:rPr>
              <a:t>js:map</a:t>
            </a:r>
            <a:r>
              <a:rPr lang="en-US" sz="1400" b="1" dirty="0">
                <a:latin typeface="Consolas" pitchFamily="49" charset="0"/>
              </a:rPr>
              <a:t> </a:t>
            </a:r>
            <a:r>
              <a:rPr lang="en-US" sz="1400" b="1" dirty="0" err="1">
                <a:latin typeface="Consolas" pitchFamily="49" charset="0"/>
              </a:rPr>
              <a:t>xmlns:js</a:t>
            </a:r>
            <a:r>
              <a:rPr lang="en-US" sz="1400" b="1" dirty="0">
                <a:latin typeface="Consolas" pitchFamily="49" charset="0"/>
              </a:rPr>
              <a:t>=“</a:t>
            </a:r>
            <a:r>
              <a:rPr lang="en-US" sz="1400" b="1" dirty="0" err="1">
                <a:latin typeface="Consolas" pitchFamily="49" charset="0"/>
              </a:rPr>
              <a:t>xdef</a:t>
            </a:r>
            <a:r>
              <a:rPr lang="en-US" sz="1400" b="1" dirty="0">
                <a:latin typeface="Consolas" pitchFamily="49" charset="0"/>
              </a:rPr>
              <a:t>/</a:t>
            </a:r>
            <a:r>
              <a:rPr lang="en-US" sz="1400" b="1" dirty="0" err="1">
                <a:latin typeface="Consolas" pitchFamily="49" charset="0"/>
              </a:rPr>
              <a:t>json</a:t>
            </a:r>
            <a:r>
              <a:rPr lang="en-US" sz="1400" b="1" dirty="0">
                <a:latin typeface="Consolas" pitchFamily="49" charset="0"/>
              </a:rPr>
              <a:t>”&gt;</a:t>
            </a:r>
            <a:endParaRPr lang="cs-CZ" sz="1400" b="1" dirty="0">
              <a:latin typeface="Consolas" pitchFamily="49" charset="0"/>
            </a:endParaRPr>
          </a:p>
          <a:p>
            <a:pPr>
              <a:lnSpc>
                <a:spcPct val="90000"/>
              </a:lnSpc>
              <a:defRPr/>
            </a:pPr>
            <a:r>
              <a:rPr lang="cs-CZ" sz="1400" b="1" dirty="0">
                <a:latin typeface="Consolas" pitchFamily="49" charset="0"/>
              </a:rPr>
              <a:t> </a:t>
            </a:r>
            <a:r>
              <a:rPr lang="en-US" sz="1400" b="1" dirty="0">
                <a:latin typeface="Consolas" pitchFamily="49" charset="0"/>
              </a:rPr>
              <a:t>&lt;</a:t>
            </a:r>
            <a:r>
              <a:rPr lang="cs-CZ" sz="1400" b="1" dirty="0" err="1">
                <a:latin typeface="Consolas" pitchFamily="49" charset="0"/>
              </a:rPr>
              <a:t>js:map</a:t>
            </a:r>
            <a:r>
              <a:rPr lang="en-US" sz="1400" b="1" dirty="0">
                <a:latin typeface="Consolas" pitchFamily="49" charset="0"/>
              </a:rPr>
              <a:t> </a:t>
            </a:r>
            <a:r>
              <a:rPr lang="cs-CZ" sz="1400" b="1" dirty="0" err="1">
                <a:latin typeface="Consolas" pitchFamily="49" charset="0"/>
              </a:rPr>
              <a:t>name</a:t>
            </a:r>
            <a:r>
              <a:rPr lang="en-US" sz="1400" b="1" dirty="0">
                <a:latin typeface="Consolas" pitchFamily="49" charset="0"/>
              </a:rPr>
              <a:t>=“</a:t>
            </a:r>
            <a:r>
              <a:rPr lang="cs-CZ" sz="1400" b="1" dirty="0" err="1">
                <a:latin typeface="Consolas" pitchFamily="49" charset="0"/>
              </a:rPr>
              <a:t>root</a:t>
            </a:r>
            <a:r>
              <a:rPr lang="en-US" sz="1400" b="1" dirty="0">
                <a:latin typeface="Consolas" pitchFamily="49" charset="0"/>
              </a:rPr>
              <a:t>”&gt;</a:t>
            </a:r>
          </a:p>
          <a:p>
            <a:pPr>
              <a:lnSpc>
                <a:spcPct val="90000"/>
              </a:lnSpc>
              <a:defRPr/>
            </a:pPr>
            <a:r>
              <a:rPr lang="en-US" sz="1400" b="1" dirty="0">
                <a:latin typeface="Consolas" pitchFamily="49" charset="0"/>
              </a:rPr>
              <a:t>   &lt;</a:t>
            </a:r>
            <a:r>
              <a:rPr lang="en-US" sz="1400" b="1" dirty="0" err="1">
                <a:latin typeface="Consolas" pitchFamily="49" charset="0"/>
              </a:rPr>
              <a:t>js:number</a:t>
            </a:r>
            <a:r>
              <a:rPr lang="en-US" sz="1400" b="1" dirty="0">
                <a:latin typeface="Consolas" pitchFamily="49" charset="0"/>
              </a:rPr>
              <a:t> value=“123”, name=“b”/&gt;</a:t>
            </a:r>
          </a:p>
          <a:p>
            <a:pPr>
              <a:lnSpc>
                <a:spcPct val="90000"/>
              </a:lnSpc>
              <a:defRPr/>
            </a:pPr>
            <a:r>
              <a:rPr lang="en-US" sz="1400" b="1" dirty="0">
                <a:latin typeface="Consolas" pitchFamily="49" charset="0"/>
              </a:rPr>
              <a:t>   &lt;</a:t>
            </a:r>
            <a:r>
              <a:rPr lang="en-US" sz="1400" b="1" dirty="0" err="1">
                <a:latin typeface="Consolas" pitchFamily="49" charset="0"/>
              </a:rPr>
              <a:t>js:array</a:t>
            </a:r>
            <a:r>
              <a:rPr lang="en-US" sz="1400" b="1" dirty="0">
                <a:latin typeface="Consolas" pitchFamily="49" charset="0"/>
              </a:rPr>
              <a:t> name=“c”&gt;</a:t>
            </a:r>
          </a:p>
          <a:p>
            <a:pPr>
              <a:lnSpc>
                <a:spcPct val="90000"/>
              </a:lnSpc>
              <a:defRPr/>
            </a:pPr>
            <a:r>
              <a:rPr lang="en-US" sz="1400" b="1" dirty="0">
                <a:latin typeface="Consolas" pitchFamily="49" charset="0"/>
              </a:rPr>
              <a:t>      &lt;</a:t>
            </a:r>
            <a:r>
              <a:rPr lang="en-US" sz="1400" b="1" dirty="0" err="1">
                <a:latin typeface="Consolas" pitchFamily="49" charset="0"/>
              </a:rPr>
              <a:t>js:string</a:t>
            </a:r>
            <a:r>
              <a:rPr lang="en-US" sz="1400" b="1" dirty="0">
                <a:latin typeface="Consolas" pitchFamily="49" charset="0"/>
              </a:rPr>
              <a:t> value=“</a:t>
            </a:r>
            <a:r>
              <a:rPr lang="en-US" sz="1400" b="1" dirty="0" err="1">
                <a:latin typeface="Consolas" pitchFamily="49" charset="0"/>
              </a:rPr>
              <a:t>abc</a:t>
            </a:r>
            <a:r>
              <a:rPr lang="en-US" sz="1400" b="1" dirty="0">
                <a:latin typeface="Consolas" pitchFamily="49" charset="0"/>
              </a:rPr>
              <a:t>”/&gt;</a:t>
            </a:r>
          </a:p>
          <a:p>
            <a:pPr>
              <a:lnSpc>
                <a:spcPct val="90000"/>
              </a:lnSpc>
              <a:defRPr/>
            </a:pPr>
            <a:r>
              <a:rPr lang="en-US" sz="1400" b="1" dirty="0">
                <a:latin typeface="Consolas" pitchFamily="49" charset="0"/>
              </a:rPr>
              <a:t>      &lt;</a:t>
            </a:r>
            <a:r>
              <a:rPr lang="en-US" sz="1400" b="1" dirty="0" err="1">
                <a:latin typeface="Consolas" pitchFamily="49" charset="0"/>
              </a:rPr>
              <a:t>js:number</a:t>
            </a:r>
            <a:r>
              <a:rPr lang="en-US" sz="1400" b="1" dirty="0">
                <a:latin typeface="Consolas" pitchFamily="49" charset="0"/>
              </a:rPr>
              <a:t> value=“5”/&gt;</a:t>
            </a:r>
          </a:p>
          <a:p>
            <a:pPr>
              <a:lnSpc>
                <a:spcPct val="90000"/>
              </a:lnSpc>
              <a:defRPr/>
            </a:pPr>
            <a:r>
              <a:rPr lang="en-US" sz="1400" b="1" dirty="0">
                <a:latin typeface="Consolas" pitchFamily="49" charset="0"/>
              </a:rPr>
              <a:t>   &lt;/</a:t>
            </a:r>
            <a:r>
              <a:rPr lang="en-US" sz="1400" b="1" dirty="0" err="1">
                <a:latin typeface="Consolas" pitchFamily="49" charset="0"/>
              </a:rPr>
              <a:t>js:array</a:t>
            </a:r>
            <a:r>
              <a:rPr lang="en-US" sz="1400" b="1" dirty="0">
                <a:latin typeface="Consolas" pitchFamily="49" charset="0"/>
              </a:rPr>
              <a:t>&gt;</a:t>
            </a:r>
            <a:endParaRPr lang="cs-CZ" sz="1400" b="1" dirty="0">
              <a:latin typeface="Consolas" pitchFamily="49" charset="0"/>
            </a:endParaRPr>
          </a:p>
          <a:p>
            <a:pPr>
              <a:lnSpc>
                <a:spcPct val="90000"/>
              </a:lnSpc>
              <a:defRPr/>
            </a:pPr>
            <a:r>
              <a:rPr lang="cs-CZ" sz="1400" b="1" dirty="0">
                <a:latin typeface="Consolas" pitchFamily="49" charset="0"/>
              </a:rPr>
              <a:t> </a:t>
            </a:r>
            <a:r>
              <a:rPr lang="en-US" sz="1400" b="1" dirty="0">
                <a:latin typeface="Consolas" pitchFamily="49" charset="0"/>
              </a:rPr>
              <a:t>&lt;/</a:t>
            </a:r>
            <a:r>
              <a:rPr lang="cs-CZ" sz="1400" b="1" dirty="0" err="1">
                <a:latin typeface="Consolas" pitchFamily="49" charset="0"/>
              </a:rPr>
              <a:t>js:map</a:t>
            </a:r>
            <a:r>
              <a:rPr lang="en-US" sz="1400" b="1" dirty="0">
                <a:latin typeface="Consolas" pitchFamily="49" charset="0"/>
              </a:rPr>
              <a:t>&gt;</a:t>
            </a:r>
          </a:p>
          <a:p>
            <a:pPr>
              <a:lnSpc>
                <a:spcPct val="90000"/>
              </a:lnSpc>
              <a:defRPr/>
            </a:pPr>
            <a:r>
              <a:rPr lang="en-US" sz="1400" b="1" dirty="0">
                <a:latin typeface="Consolas" pitchFamily="49" charset="0"/>
              </a:rPr>
              <a:t>&lt;/</a:t>
            </a:r>
            <a:r>
              <a:rPr lang="cs-CZ" sz="1400" b="1" dirty="0" err="1">
                <a:latin typeface="Consolas" pitchFamily="49" charset="0"/>
              </a:rPr>
              <a:t>js:map</a:t>
            </a:r>
            <a:r>
              <a:rPr lang="en-US" sz="1400" b="1" dirty="0">
                <a:latin typeface="Consolas" pitchFamily="49" charset="0"/>
              </a:rPr>
              <a:t>&gt;</a:t>
            </a:r>
          </a:p>
          <a:p>
            <a:pPr>
              <a:lnSpc>
                <a:spcPct val="90000"/>
              </a:lnSpc>
              <a:defRPr/>
            </a:pPr>
            <a:r>
              <a:rPr lang="en-US" sz="1400" b="1" dirty="0">
                <a:latin typeface="Consolas" pitchFamily="49" charset="0"/>
              </a:rPr>
              <a:t> </a:t>
            </a:r>
            <a:endParaRPr lang="cs-CZ" sz="1400" b="1" dirty="0">
              <a:latin typeface="Consolas" pitchFamily="49" charset="0"/>
            </a:endParaRPr>
          </a:p>
          <a:p>
            <a:pPr>
              <a:defRPr/>
            </a:pPr>
            <a:r>
              <a:rPr lang="cs-CZ" sz="1200" b="1" dirty="0">
                <a:latin typeface="Consolas" pitchFamily="49" charset="0"/>
              </a:rPr>
              <a:t> </a:t>
            </a:r>
            <a:endParaRPr lang="cs-CZ" sz="900" b="1" dirty="0">
              <a:latin typeface="Consolas" pitchFamily="49" charset="0"/>
            </a:endParaRPr>
          </a:p>
        </p:txBody>
      </p:sp>
    </p:spTree>
    <p:extLst>
      <p:ext uri="{BB962C8B-B14F-4D97-AF65-F5344CB8AC3E}">
        <p14:creationId xmlns:p14="http://schemas.microsoft.com/office/powerpoint/2010/main" val="3023288737"/>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Zástupný symbol pro zápatí 11"/>
          <p:cNvSpPr>
            <a:spLocks noGrp="1"/>
          </p:cNvSpPr>
          <p:nvPr>
            <p:ph type="ftr" sz="quarter" idx="10"/>
          </p:nvPr>
        </p:nvSpPr>
        <p:spPr/>
        <p:txBody>
          <a:bodyPr/>
          <a:lstStyle/>
          <a:p>
            <a:pPr>
              <a:defRPr/>
            </a:pPr>
            <a:r>
              <a:rPr lang="cs-CZ" b="1" kern="0" dirty="0">
                <a:solidFill>
                  <a:srgbClr val="CA0383"/>
                </a:solidFill>
                <a:latin typeface="Calibri" panose="020F0502020204030204" pitchFamily="34" charset="0"/>
              </a:rPr>
              <a:t>www.syntea.cz</a:t>
            </a:r>
          </a:p>
        </p:txBody>
      </p:sp>
      <p:sp>
        <p:nvSpPr>
          <p:cNvPr id="10" name="Rectangle 3"/>
          <p:cNvSpPr txBox="1">
            <a:spLocks noChangeArrowheads="1"/>
          </p:cNvSpPr>
          <p:nvPr/>
        </p:nvSpPr>
        <p:spPr bwMode="auto">
          <a:xfrm>
            <a:off x="818331" y="913854"/>
            <a:ext cx="7858125" cy="642938"/>
          </a:xfrm>
          <a:prstGeom prst="rect">
            <a:avLst/>
          </a:prstGeom>
          <a:noFill/>
          <a:ln w="9525">
            <a:noFill/>
            <a:miter lim="800000"/>
            <a:headEnd/>
            <a:tailEnd/>
          </a:ln>
          <a:effectLst/>
        </p:spPr>
        <p:txBody>
          <a:bodyPr lIns="36000" tIns="0" rIns="36000" bIns="36000"/>
          <a:lstStyle/>
          <a:p>
            <a:pPr eaLnBrk="1" hangingPunct="1">
              <a:lnSpc>
                <a:spcPct val="120000"/>
              </a:lnSpc>
              <a:spcBef>
                <a:spcPct val="20000"/>
              </a:spcBef>
              <a:buFont typeface="Wingdings" pitchFamily="2" charset="2"/>
              <a:buNone/>
              <a:defRPr/>
            </a:pPr>
            <a:r>
              <a:rPr lang="cs-CZ" sz="3600" b="1" kern="0" dirty="0">
                <a:solidFill>
                  <a:srgbClr val="CA0383"/>
                </a:solidFill>
                <a:latin typeface="Calibri" panose="020F0502020204030204" pitchFamily="34" charset="0"/>
              </a:rPr>
              <a:t>XON – X-</a:t>
            </a:r>
            <a:r>
              <a:rPr lang="cs-CZ" sz="3600" b="1" kern="0" dirty="0" err="1">
                <a:solidFill>
                  <a:srgbClr val="CA0383"/>
                </a:solidFill>
                <a:latin typeface="Calibri" panose="020F0502020204030204" pitchFamily="34" charset="0"/>
              </a:rPr>
              <a:t>definition</a:t>
            </a:r>
            <a:r>
              <a:rPr lang="cs-CZ" sz="3600" b="1" kern="0" dirty="0">
                <a:solidFill>
                  <a:srgbClr val="CA0383"/>
                </a:solidFill>
                <a:latin typeface="Calibri" panose="020F0502020204030204" pitchFamily="34" charset="0"/>
              </a:rPr>
              <a:t> </a:t>
            </a:r>
            <a:r>
              <a:rPr lang="cs-CZ" sz="3600" b="1" kern="0" dirty="0" err="1">
                <a:solidFill>
                  <a:srgbClr val="CA0383"/>
                </a:solidFill>
                <a:latin typeface="Calibri" panose="020F0502020204030204" pitchFamily="34" charset="0"/>
              </a:rPr>
              <a:t>Object</a:t>
            </a:r>
            <a:r>
              <a:rPr lang="cs-CZ" sz="3600" b="1" kern="0" dirty="0">
                <a:solidFill>
                  <a:srgbClr val="CA0383"/>
                </a:solidFill>
                <a:latin typeface="Calibri" panose="020F0502020204030204" pitchFamily="34" charset="0"/>
              </a:rPr>
              <a:t> </a:t>
            </a:r>
            <a:r>
              <a:rPr lang="cs-CZ" sz="3600" b="1" kern="0" dirty="0" err="1">
                <a:solidFill>
                  <a:srgbClr val="CA0383"/>
                </a:solidFill>
                <a:latin typeface="Calibri" panose="020F0502020204030204" pitchFamily="34" charset="0"/>
              </a:rPr>
              <a:t>Notation</a:t>
            </a:r>
            <a:endParaRPr lang="cs-CZ" sz="3600" b="1" kern="0" dirty="0">
              <a:solidFill>
                <a:srgbClr val="CA0383"/>
              </a:solidFill>
              <a:latin typeface="Calibri" panose="020F0502020204030204" pitchFamily="34" charset="0"/>
            </a:endParaRPr>
          </a:p>
        </p:txBody>
      </p:sp>
      <p:sp>
        <p:nvSpPr>
          <p:cNvPr id="27" name="Rectangle 3"/>
          <p:cNvSpPr txBox="1">
            <a:spLocks noChangeArrowheads="1"/>
          </p:cNvSpPr>
          <p:nvPr/>
        </p:nvSpPr>
        <p:spPr bwMode="auto">
          <a:xfrm>
            <a:off x="710318" y="1700808"/>
            <a:ext cx="8051297" cy="4608512"/>
          </a:xfrm>
          <a:prstGeom prst="rect">
            <a:avLst/>
          </a:prstGeom>
          <a:noFill/>
          <a:ln w="9525">
            <a:noFill/>
            <a:miter lim="800000"/>
            <a:headEnd/>
            <a:tailEnd/>
          </a:ln>
          <a:effectLst/>
        </p:spPr>
        <p:txBody>
          <a:bodyPr lIns="36000" tIns="0" rIns="36000" bIns="36000"/>
          <a:lstStyle/>
          <a:p>
            <a:pPr algn="just" eaLnBrk="1" hangingPunct="1">
              <a:spcBef>
                <a:spcPts val="1800"/>
              </a:spcBef>
              <a:defRPr/>
            </a:pPr>
            <a:r>
              <a:rPr lang="en-US" sz="1800" b="1" kern="0" dirty="0">
                <a:solidFill>
                  <a:srgbClr val="0000FF"/>
                </a:solidFill>
                <a:latin typeface="Calibri" panose="020F0502020204030204" pitchFamily="34" charset="0"/>
              </a:rPr>
              <a:t>The XON data model is an extension of the JSON model. It allows a more detailed description of the underlying values.</a:t>
            </a:r>
            <a:endParaRPr lang="cs-CZ" sz="1800" b="1" kern="0" dirty="0">
              <a:solidFill>
                <a:srgbClr val="0000FF"/>
              </a:solidFill>
              <a:latin typeface="Calibri" panose="020F0502020204030204" pitchFamily="34" charset="0"/>
            </a:endParaRPr>
          </a:p>
          <a:p>
            <a:pPr algn="just" eaLnBrk="1" hangingPunct="1">
              <a:spcBef>
                <a:spcPts val="1800"/>
              </a:spcBef>
              <a:defRPr/>
            </a:pPr>
            <a:endParaRPr lang="cs-CZ" sz="1800" b="1" kern="0" dirty="0">
              <a:latin typeface="Calibri" panose="020F0502020204030204" pitchFamily="34" charset="0"/>
            </a:endParaRPr>
          </a:p>
          <a:p>
            <a:pPr marL="285750" indent="-285750" algn="just" eaLnBrk="1" hangingPunct="1">
              <a:spcBef>
                <a:spcPts val="1800"/>
              </a:spcBef>
              <a:buFontTx/>
              <a:buChar char="-"/>
              <a:defRPr/>
            </a:pPr>
            <a:r>
              <a:rPr lang="cs-CZ" sz="1800" b="1" kern="0" dirty="0">
                <a:latin typeface="Calibri" panose="020F0502020204030204" pitchFamily="34" charset="0"/>
              </a:rPr>
              <a:t>Basic (primitive) </a:t>
            </a:r>
            <a:r>
              <a:rPr lang="cs-CZ" sz="1800" b="1" kern="0" dirty="0" err="1">
                <a:latin typeface="Calibri" panose="020F0502020204030204" pitchFamily="34" charset="0"/>
              </a:rPr>
              <a:t>values</a:t>
            </a:r>
            <a:r>
              <a:rPr lang="cs-CZ" sz="1800" b="1" kern="0" dirty="0">
                <a:latin typeface="Calibri" panose="020F0502020204030204" pitchFamily="34" charset="0"/>
              </a:rPr>
              <a:t> (</a:t>
            </a:r>
            <a:r>
              <a:rPr lang="en-US" sz="1800" b="1" kern="0" dirty="0">
                <a:solidFill>
                  <a:srgbClr val="FF0000"/>
                </a:solidFill>
                <a:latin typeface="Calibri" panose="020F0502020204030204" pitchFamily="34" charset="0"/>
              </a:rPr>
              <a:t>extended versus</a:t>
            </a:r>
            <a:r>
              <a:rPr lang="cs-CZ" sz="1800" b="1" kern="0" dirty="0">
                <a:solidFill>
                  <a:srgbClr val="FF0000"/>
                </a:solidFill>
                <a:latin typeface="Calibri" panose="020F0502020204030204" pitchFamily="34" charset="0"/>
              </a:rPr>
              <a:t> JSON</a:t>
            </a:r>
            <a:r>
              <a:rPr lang="cs-CZ" sz="1800" b="1" kern="0" dirty="0">
                <a:latin typeface="Calibri" panose="020F0502020204030204" pitchFamily="34" charset="0"/>
              </a:rPr>
              <a:t>)</a:t>
            </a:r>
          </a:p>
          <a:p>
            <a:pPr marL="285750" indent="-285750" algn="just" eaLnBrk="1" hangingPunct="1">
              <a:spcBef>
                <a:spcPts val="1800"/>
              </a:spcBef>
              <a:buFontTx/>
              <a:buChar char="-"/>
              <a:defRPr/>
            </a:pPr>
            <a:r>
              <a:rPr lang="cs-CZ" sz="1800" b="1" kern="0" dirty="0">
                <a:latin typeface="Calibri" panose="020F0502020204030204" pitchFamily="34" charset="0"/>
              </a:rPr>
              <a:t>Map</a:t>
            </a:r>
            <a:r>
              <a:rPr lang="en-US" sz="1800" b="1" kern="0" dirty="0">
                <a:latin typeface="Calibri" panose="020F0502020204030204" pitchFamily="34" charset="0"/>
              </a:rPr>
              <a:t>s</a:t>
            </a:r>
            <a:endParaRPr lang="cs-CZ" sz="1800" b="1" kern="0" dirty="0">
              <a:latin typeface="Calibri" panose="020F0502020204030204" pitchFamily="34" charset="0"/>
            </a:endParaRPr>
          </a:p>
          <a:p>
            <a:pPr marL="285750" indent="-285750" algn="just" eaLnBrk="1" hangingPunct="1">
              <a:spcBef>
                <a:spcPts val="1800"/>
              </a:spcBef>
              <a:buFontTx/>
              <a:buChar char="-"/>
              <a:defRPr/>
            </a:pPr>
            <a:r>
              <a:rPr lang="en-US" sz="1800" b="1" kern="0" dirty="0">
                <a:latin typeface="Calibri" panose="020F0502020204030204" pitchFamily="34" charset="0"/>
              </a:rPr>
              <a:t>Arrays</a:t>
            </a:r>
            <a:endParaRPr lang="cs-CZ" sz="1800" b="1" kern="0" dirty="0">
              <a:latin typeface="Calibri" panose="020F0502020204030204" pitchFamily="34" charset="0"/>
            </a:endParaRPr>
          </a:p>
          <a:p>
            <a:pPr algn="just" eaLnBrk="1" hangingPunct="1">
              <a:spcBef>
                <a:spcPts val="1800"/>
              </a:spcBef>
              <a:defRPr/>
            </a:pPr>
            <a:endParaRPr lang="cs-CZ" sz="1600" b="1" kern="0" dirty="0">
              <a:latin typeface="Calibri" panose="020F0502020204030204" pitchFamily="34" charset="0"/>
            </a:endParaRPr>
          </a:p>
          <a:p>
            <a:pPr marL="285750" indent="-285750" algn="just" eaLnBrk="1" hangingPunct="1">
              <a:spcBef>
                <a:spcPts val="1800"/>
              </a:spcBef>
              <a:buFontTx/>
              <a:buChar char="-"/>
              <a:defRPr/>
            </a:pPr>
            <a:endParaRPr lang="cs-CZ" sz="1600" b="1" kern="0" dirty="0">
              <a:latin typeface="Calibri" panose="020F0502020204030204" pitchFamily="34" charset="0"/>
            </a:endParaRPr>
          </a:p>
          <a:p>
            <a:pPr algn="just" eaLnBrk="1" hangingPunct="1">
              <a:spcBef>
                <a:spcPts val="1800"/>
              </a:spcBef>
              <a:defRPr/>
            </a:pPr>
            <a:endParaRPr lang="cs-CZ" sz="1600" b="1" kern="0" dirty="0">
              <a:latin typeface="Calibri" panose="020F0502020204030204" pitchFamily="34" charset="0"/>
            </a:endParaRPr>
          </a:p>
          <a:p>
            <a:pPr algn="just" eaLnBrk="1" hangingPunct="1">
              <a:spcBef>
                <a:spcPts val="1800"/>
              </a:spcBef>
              <a:defRPr/>
            </a:pPr>
            <a:endParaRPr lang="cs-CZ" sz="1800" b="1" kern="0" dirty="0">
              <a:latin typeface="Calibri" panose="020F0502020204030204" pitchFamily="34" charset="0"/>
            </a:endParaRPr>
          </a:p>
          <a:p>
            <a:pPr algn="just" eaLnBrk="1" hangingPunct="1">
              <a:spcBef>
                <a:spcPts val="1800"/>
              </a:spcBef>
              <a:defRPr/>
            </a:pPr>
            <a:endParaRPr lang="cs-CZ" sz="1800" b="1" kern="0" dirty="0">
              <a:latin typeface="Calibri" panose="020F0502020204030204" pitchFamily="34" charset="0"/>
            </a:endParaRPr>
          </a:p>
          <a:p>
            <a:pPr algn="just" eaLnBrk="1" hangingPunct="1">
              <a:spcBef>
                <a:spcPts val="1800"/>
              </a:spcBef>
              <a:defRPr/>
            </a:pPr>
            <a:endParaRPr lang="cs-CZ" sz="1800" b="1" kern="0" dirty="0">
              <a:latin typeface="Calibri" panose="020F0502020204030204" pitchFamily="34" charset="0"/>
            </a:endParaRPr>
          </a:p>
          <a:p>
            <a:pPr algn="just" eaLnBrk="1" hangingPunct="1">
              <a:spcBef>
                <a:spcPts val="1800"/>
              </a:spcBef>
              <a:defRPr/>
            </a:pPr>
            <a:endParaRPr lang="cs-CZ" sz="1800" b="1" kern="0" dirty="0">
              <a:latin typeface="Calibri" panose="020F0502020204030204" pitchFamily="34" charset="0"/>
            </a:endParaRPr>
          </a:p>
        </p:txBody>
      </p:sp>
      <p:cxnSp>
        <p:nvCxnSpPr>
          <p:cNvPr id="5" name="Přímá spojnice 4"/>
          <p:cNvCxnSpPr/>
          <p:nvPr/>
        </p:nvCxnSpPr>
        <p:spPr bwMode="auto">
          <a:xfrm>
            <a:off x="804863" y="6309320"/>
            <a:ext cx="7561262" cy="0"/>
          </a:xfrm>
          <a:prstGeom prst="line">
            <a:avLst/>
          </a:prstGeom>
          <a:ln w="158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7174" name="Zástupný symbol pro číslo snímku 12"/>
          <p:cNvSpPr>
            <a:spLocks noGrp="1"/>
          </p:cNvSpPr>
          <p:nvPr>
            <p:ph type="sldNum" sz="quarter" idx="11"/>
          </p:nvPr>
        </p:nvSpPr>
        <p:spPr>
          <a:noFill/>
        </p:spPr>
        <p:txBody>
          <a:bodyPr/>
          <a:lstStyle/>
          <a:p>
            <a:fld id="{3FD4A6DE-255A-4C0E-A52E-71B2D7B9E259}" type="slidenum">
              <a:rPr lang="cs-CZ" altLang="cs-CZ">
                <a:latin typeface="Calibri" pitchFamily="34" charset="0"/>
              </a:rPr>
              <a:pPr/>
              <a:t>9</a:t>
            </a:fld>
            <a:endParaRPr lang="cs-CZ" altLang="cs-CZ" dirty="0">
              <a:latin typeface="Calibri" pitchFamily="34" charset="0"/>
            </a:endParaRPr>
          </a:p>
        </p:txBody>
      </p:sp>
    </p:spTree>
    <p:extLst>
      <p:ext uri="{BB962C8B-B14F-4D97-AF65-F5344CB8AC3E}">
        <p14:creationId xmlns:p14="http://schemas.microsoft.com/office/powerpoint/2010/main" val="1618755822"/>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Zástupný symbol pro zápatí 11"/>
          <p:cNvSpPr>
            <a:spLocks noGrp="1"/>
          </p:cNvSpPr>
          <p:nvPr>
            <p:ph type="ftr" sz="quarter" idx="10"/>
          </p:nvPr>
        </p:nvSpPr>
        <p:spPr/>
        <p:txBody>
          <a:bodyPr/>
          <a:lstStyle/>
          <a:p>
            <a:pPr>
              <a:defRPr/>
            </a:pPr>
            <a:r>
              <a:rPr lang="cs-CZ" b="1" kern="0" dirty="0">
                <a:solidFill>
                  <a:srgbClr val="CA0383"/>
                </a:solidFill>
                <a:latin typeface="Calibri" panose="020F0502020204030204" pitchFamily="34" charset="0"/>
              </a:rPr>
              <a:t>www.syntea.cz</a:t>
            </a:r>
          </a:p>
        </p:txBody>
      </p:sp>
      <p:sp>
        <p:nvSpPr>
          <p:cNvPr id="10" name="Rectangle 3"/>
          <p:cNvSpPr txBox="1">
            <a:spLocks noChangeArrowheads="1"/>
          </p:cNvSpPr>
          <p:nvPr/>
        </p:nvSpPr>
        <p:spPr bwMode="auto">
          <a:xfrm>
            <a:off x="818331" y="913854"/>
            <a:ext cx="7858125" cy="642938"/>
          </a:xfrm>
          <a:prstGeom prst="rect">
            <a:avLst/>
          </a:prstGeom>
          <a:noFill/>
          <a:ln w="9525">
            <a:noFill/>
            <a:miter lim="800000"/>
            <a:headEnd/>
            <a:tailEnd/>
          </a:ln>
          <a:effectLst/>
        </p:spPr>
        <p:txBody>
          <a:bodyPr lIns="36000" tIns="0" rIns="36000" bIns="36000"/>
          <a:lstStyle/>
          <a:p>
            <a:pPr eaLnBrk="1" hangingPunct="1">
              <a:lnSpc>
                <a:spcPct val="120000"/>
              </a:lnSpc>
              <a:spcBef>
                <a:spcPct val="20000"/>
              </a:spcBef>
              <a:buFont typeface="Wingdings" pitchFamily="2" charset="2"/>
              <a:buNone/>
              <a:defRPr/>
            </a:pPr>
            <a:r>
              <a:rPr lang="cs-CZ" sz="3600" b="1" kern="0" dirty="0">
                <a:solidFill>
                  <a:srgbClr val="CA0383"/>
                </a:solidFill>
                <a:latin typeface="Calibri" panose="020F0502020204030204" pitchFamily="34" charset="0"/>
              </a:rPr>
              <a:t>XON – </a:t>
            </a:r>
            <a:r>
              <a:rPr lang="en-US" sz="3600" b="1" kern="0" dirty="0">
                <a:solidFill>
                  <a:srgbClr val="CA0383"/>
                </a:solidFill>
                <a:latin typeface="Calibri" panose="020F0502020204030204" pitchFamily="34" charset="0"/>
              </a:rPr>
              <a:t>basic (primitive) types of values</a:t>
            </a:r>
            <a:endParaRPr lang="cs-CZ" sz="3600" b="1" kern="0" dirty="0">
              <a:solidFill>
                <a:srgbClr val="CA0383"/>
              </a:solidFill>
              <a:latin typeface="Calibri" panose="020F0502020204030204" pitchFamily="34" charset="0"/>
            </a:endParaRPr>
          </a:p>
        </p:txBody>
      </p:sp>
      <p:sp>
        <p:nvSpPr>
          <p:cNvPr id="27" name="Rectangle 3"/>
          <p:cNvSpPr txBox="1">
            <a:spLocks noChangeArrowheads="1"/>
          </p:cNvSpPr>
          <p:nvPr/>
        </p:nvSpPr>
        <p:spPr bwMode="auto">
          <a:xfrm>
            <a:off x="710318" y="1556792"/>
            <a:ext cx="8051297" cy="4608512"/>
          </a:xfrm>
          <a:prstGeom prst="rect">
            <a:avLst/>
          </a:prstGeom>
          <a:noFill/>
          <a:ln w="9525">
            <a:noFill/>
            <a:miter lim="800000"/>
            <a:headEnd/>
            <a:tailEnd/>
          </a:ln>
          <a:effectLst/>
        </p:spPr>
        <p:txBody>
          <a:bodyPr lIns="36000" tIns="0" rIns="36000" bIns="36000"/>
          <a:lstStyle/>
          <a:p>
            <a:pPr marL="285750" indent="-285750" algn="just" eaLnBrk="1" hangingPunct="1">
              <a:spcBef>
                <a:spcPts val="1800"/>
              </a:spcBef>
              <a:buFontTx/>
              <a:buChar char="-"/>
              <a:defRPr/>
            </a:pPr>
            <a:r>
              <a:rPr lang="cs-CZ" sz="1600" b="1" kern="0" dirty="0" err="1">
                <a:latin typeface="Calibri" panose="020F0502020204030204" pitchFamily="34" charset="0"/>
              </a:rPr>
              <a:t>String</a:t>
            </a:r>
            <a:r>
              <a:rPr lang="en-US" sz="1600" b="1" kern="0" dirty="0">
                <a:latin typeface="Calibri" panose="020F0502020204030204" pitchFamily="34" charset="0"/>
              </a:rPr>
              <a:t>s</a:t>
            </a:r>
            <a:r>
              <a:rPr lang="cs-CZ" sz="1600" b="1" kern="0" dirty="0">
                <a:latin typeface="Calibri" panose="020F0502020204030204" pitchFamily="34" charset="0"/>
              </a:rPr>
              <a:t> (</a:t>
            </a:r>
            <a:r>
              <a:rPr lang="cs-CZ" sz="1600" b="1" dirty="0" err="1"/>
              <a:t>including</a:t>
            </a:r>
            <a:r>
              <a:rPr lang="cs-CZ" sz="1600" b="1" dirty="0"/>
              <a:t> </a:t>
            </a:r>
            <a:r>
              <a:rPr lang="cs-CZ" sz="1600" b="1" dirty="0" err="1"/>
              <a:t>empty</a:t>
            </a:r>
            <a:r>
              <a:rPr lang="cs-CZ" sz="1600" b="1" dirty="0"/>
              <a:t> </a:t>
            </a:r>
            <a:r>
              <a:rPr lang="cs-CZ" sz="1600" b="1" dirty="0" err="1"/>
              <a:t>strings</a:t>
            </a:r>
            <a:r>
              <a:rPr lang="cs-CZ" sz="1600" b="1" kern="0" dirty="0">
                <a:latin typeface="Calibri" panose="020F0502020204030204" pitchFamily="34" charset="0"/>
              </a:rPr>
              <a:t>) </a:t>
            </a:r>
          </a:p>
          <a:p>
            <a:pPr marL="285750" indent="-285750" algn="just" eaLnBrk="1" hangingPunct="1">
              <a:spcBef>
                <a:spcPts val="1800"/>
              </a:spcBef>
              <a:buFontTx/>
              <a:buChar char="-"/>
              <a:defRPr/>
            </a:pPr>
            <a:r>
              <a:rPr lang="cs-CZ" sz="1600" b="1" kern="0" dirty="0" err="1">
                <a:latin typeface="Calibri" panose="020F0502020204030204" pitchFamily="34" charset="0"/>
              </a:rPr>
              <a:t>Boolean</a:t>
            </a:r>
            <a:endParaRPr lang="cs-CZ" sz="1600" b="1" kern="0" dirty="0">
              <a:latin typeface="Calibri" panose="020F0502020204030204" pitchFamily="34" charset="0"/>
            </a:endParaRPr>
          </a:p>
          <a:p>
            <a:pPr marL="285750" indent="-285750" algn="just" eaLnBrk="1" hangingPunct="1">
              <a:spcBef>
                <a:spcPts val="1800"/>
              </a:spcBef>
              <a:buFontTx/>
              <a:buChar char="-"/>
              <a:defRPr/>
            </a:pPr>
            <a:r>
              <a:rPr lang="cs-CZ" sz="1600" b="1" kern="0" dirty="0" err="1">
                <a:latin typeface="Calibri" panose="020F0502020204030204" pitchFamily="34" charset="0"/>
              </a:rPr>
              <a:t>char</a:t>
            </a:r>
            <a:endParaRPr lang="cs-CZ" sz="1600" b="1" kern="0" dirty="0">
              <a:latin typeface="Calibri" panose="020F0502020204030204" pitchFamily="34" charset="0"/>
            </a:endParaRPr>
          </a:p>
          <a:p>
            <a:pPr marL="285750" indent="-285750" algn="just" eaLnBrk="1" hangingPunct="1">
              <a:spcBef>
                <a:spcPts val="1800"/>
              </a:spcBef>
              <a:buFontTx/>
              <a:buChar char="-"/>
              <a:defRPr/>
            </a:pPr>
            <a:r>
              <a:rPr lang="en-US" sz="1600" b="1" kern="0" dirty="0">
                <a:latin typeface="Calibri" panose="020F0502020204030204" pitchFamily="34" charset="0"/>
              </a:rPr>
              <a:t>Numbers</a:t>
            </a:r>
            <a:r>
              <a:rPr lang="cs-CZ" sz="1600" b="1" kern="0" dirty="0">
                <a:latin typeface="Calibri" panose="020F0502020204030204" pitchFamily="34" charset="0"/>
              </a:rPr>
              <a:t> (</a:t>
            </a:r>
            <a:r>
              <a:rPr lang="en-US" sz="1600" b="1" kern="0" dirty="0">
                <a:latin typeface="Calibri" panose="020F0502020204030204" pitchFamily="34" charset="0"/>
              </a:rPr>
              <a:t>all types according to XML schema and X-definition: byte, </a:t>
            </a:r>
            <a:r>
              <a:rPr lang="en-US" sz="1600" b="1" kern="0" dirty="0" err="1">
                <a:latin typeface="Calibri" panose="020F0502020204030204" pitchFamily="34" charset="0"/>
              </a:rPr>
              <a:t>int</a:t>
            </a:r>
            <a:r>
              <a:rPr lang="en-US" sz="1600" b="1" kern="0" dirty="0">
                <a:latin typeface="Calibri" panose="020F0502020204030204" pitchFamily="34" charset="0"/>
              </a:rPr>
              <a:t>, decimal, float, etc.)</a:t>
            </a:r>
            <a:endParaRPr lang="cs-CZ" sz="1600" b="1" kern="0" dirty="0">
              <a:latin typeface="Calibri" panose="020F0502020204030204" pitchFamily="34" charset="0"/>
            </a:endParaRPr>
          </a:p>
          <a:p>
            <a:pPr marL="285750" indent="-285750" algn="just" eaLnBrk="1" hangingPunct="1">
              <a:spcBef>
                <a:spcPts val="1800"/>
              </a:spcBef>
              <a:buFontTx/>
              <a:buChar char="-"/>
              <a:defRPr/>
            </a:pPr>
            <a:r>
              <a:rPr lang="cs-CZ" sz="1600" b="1" kern="0" dirty="0">
                <a:latin typeface="Calibri" panose="020F0502020204030204" pitchFamily="34" charset="0"/>
              </a:rPr>
              <a:t>Dat</a:t>
            </a:r>
            <a:r>
              <a:rPr lang="en-US" sz="1600" b="1" kern="0" dirty="0">
                <a:latin typeface="Calibri" panose="020F0502020204030204" pitchFamily="34" charset="0"/>
              </a:rPr>
              <a:t>e </a:t>
            </a:r>
            <a:r>
              <a:rPr lang="cs-CZ" sz="1600" b="1" kern="0" dirty="0">
                <a:latin typeface="Calibri" panose="020F0502020204030204" pitchFamily="34" charset="0"/>
              </a:rPr>
              <a:t>a</a:t>
            </a:r>
            <a:r>
              <a:rPr lang="en-US" sz="1600" b="1" kern="0" dirty="0" err="1">
                <a:latin typeface="Calibri" panose="020F0502020204030204" pitchFamily="34" charset="0"/>
              </a:rPr>
              <a:t>nd</a:t>
            </a:r>
            <a:r>
              <a:rPr lang="cs-CZ" sz="1600" b="1" kern="0" dirty="0">
                <a:latin typeface="Calibri" panose="020F0502020204030204" pitchFamily="34" charset="0"/>
              </a:rPr>
              <a:t> </a:t>
            </a:r>
            <a:r>
              <a:rPr lang="en-US" sz="1600" b="1" kern="0" dirty="0">
                <a:latin typeface="Calibri" panose="020F0502020204030204" pitchFamily="34" charset="0"/>
              </a:rPr>
              <a:t>time</a:t>
            </a:r>
            <a:r>
              <a:rPr lang="cs-CZ" sz="1600" b="1" kern="0" dirty="0">
                <a:latin typeface="Calibri" panose="020F0502020204030204" pitchFamily="34" charset="0"/>
              </a:rPr>
              <a:t> (</a:t>
            </a:r>
            <a:r>
              <a:rPr lang="en-US" sz="1600" b="1" kern="0" dirty="0">
                <a:latin typeface="Calibri" panose="020F0502020204030204" pitchFamily="34" charset="0"/>
              </a:rPr>
              <a:t>all types according to XML schema and X-definition: </a:t>
            </a:r>
            <a:r>
              <a:rPr lang="en-US" sz="1600" b="1" kern="0" dirty="0" err="1">
                <a:latin typeface="Calibri" panose="020F0502020204030204" pitchFamily="34" charset="0"/>
              </a:rPr>
              <a:t>datetime</a:t>
            </a:r>
            <a:r>
              <a:rPr lang="en-US" sz="1600" b="1" kern="0" dirty="0">
                <a:latin typeface="Calibri" panose="020F0502020204030204" pitchFamily="34" charset="0"/>
              </a:rPr>
              <a:t>, </a:t>
            </a:r>
            <a:r>
              <a:rPr lang="en-US" sz="1600" b="1" kern="0" dirty="0" err="1">
                <a:latin typeface="Calibri" panose="020F0502020204030204" pitchFamily="34" charset="0"/>
              </a:rPr>
              <a:t>gYear</a:t>
            </a:r>
            <a:r>
              <a:rPr lang="en-US" sz="1600" b="1" kern="0" dirty="0">
                <a:latin typeface="Calibri" panose="020F0502020204030204" pitchFamily="34" charset="0"/>
              </a:rPr>
              <a:t> etc.</a:t>
            </a:r>
            <a:r>
              <a:rPr lang="cs-CZ" sz="1600" b="1" kern="0" dirty="0">
                <a:latin typeface="Calibri" panose="020F0502020204030204" pitchFamily="34" charset="0"/>
              </a:rPr>
              <a:t>)</a:t>
            </a:r>
          </a:p>
          <a:p>
            <a:pPr marL="285750" indent="-285750" algn="just" eaLnBrk="1" hangingPunct="1">
              <a:spcBef>
                <a:spcPts val="1800"/>
              </a:spcBef>
              <a:buFontTx/>
              <a:buChar char="-"/>
              <a:defRPr/>
            </a:pPr>
            <a:r>
              <a:rPr lang="cs-CZ" sz="1600" b="1" kern="0" dirty="0" err="1">
                <a:latin typeface="Calibri" panose="020F0502020204030204" pitchFamily="34" charset="0"/>
              </a:rPr>
              <a:t>Duration</a:t>
            </a:r>
            <a:r>
              <a:rPr lang="cs-CZ" sz="1600" b="1" kern="0" dirty="0">
                <a:latin typeface="Calibri" panose="020F0502020204030204" pitchFamily="34" charset="0"/>
              </a:rPr>
              <a:t> (</a:t>
            </a:r>
            <a:r>
              <a:rPr lang="en-US" sz="1600" b="1" kern="0" dirty="0">
                <a:latin typeface="Calibri" panose="020F0502020204030204" pitchFamily="34" charset="0"/>
              </a:rPr>
              <a:t>all types according to XML schema and X-definition</a:t>
            </a:r>
            <a:r>
              <a:rPr lang="cs-CZ" sz="1600" b="1" kern="0" dirty="0">
                <a:latin typeface="Calibri" panose="020F0502020204030204" pitchFamily="34" charset="0"/>
              </a:rPr>
              <a:t>)</a:t>
            </a:r>
          </a:p>
          <a:p>
            <a:pPr marL="285750" indent="-285750" algn="just" eaLnBrk="1" hangingPunct="1">
              <a:spcBef>
                <a:spcPts val="1800"/>
              </a:spcBef>
              <a:buFontTx/>
              <a:buChar char="-"/>
              <a:defRPr/>
            </a:pPr>
            <a:r>
              <a:rPr lang="en-US" sz="1600" b="1" kern="0" dirty="0">
                <a:latin typeface="Calibri" panose="020F0502020204030204" pitchFamily="34" charset="0"/>
              </a:rPr>
              <a:t>b</a:t>
            </a:r>
            <a:r>
              <a:rPr lang="cs-CZ" sz="1600" b="1" kern="0" dirty="0" err="1">
                <a:latin typeface="Calibri" panose="020F0502020204030204" pitchFamily="34" charset="0"/>
              </a:rPr>
              <a:t>yte</a:t>
            </a:r>
            <a:r>
              <a:rPr lang="cs-CZ" sz="1600" b="1" kern="0" dirty="0">
                <a:latin typeface="Calibri" panose="020F0502020204030204" pitchFamily="34" charset="0"/>
              </a:rPr>
              <a:t> </a:t>
            </a:r>
            <a:r>
              <a:rPr lang="cs-CZ" sz="1600" b="1" kern="0" dirty="0" err="1">
                <a:latin typeface="Calibri" panose="020F0502020204030204" pitchFamily="34" charset="0"/>
              </a:rPr>
              <a:t>array</a:t>
            </a:r>
            <a:endParaRPr lang="cs-CZ" sz="1600" b="1" kern="0" dirty="0">
              <a:latin typeface="Calibri" panose="020F0502020204030204" pitchFamily="34" charset="0"/>
            </a:endParaRPr>
          </a:p>
          <a:p>
            <a:pPr marL="285750" indent="-285750" algn="just" eaLnBrk="1" hangingPunct="1">
              <a:spcBef>
                <a:spcPts val="1800"/>
              </a:spcBef>
              <a:buFontTx/>
              <a:buChar char="-"/>
              <a:defRPr/>
            </a:pPr>
            <a:r>
              <a:rPr lang="cs-CZ" sz="1600" b="1" kern="0" dirty="0">
                <a:latin typeface="Calibri" panose="020F0502020204030204" pitchFamily="34" charset="0"/>
              </a:rPr>
              <a:t>GPS </a:t>
            </a:r>
            <a:r>
              <a:rPr lang="cs-CZ" sz="1600" b="1" kern="0" dirty="0" err="1">
                <a:latin typeface="Calibri" panose="020F0502020204030204" pitchFamily="34" charset="0"/>
              </a:rPr>
              <a:t>position</a:t>
            </a:r>
            <a:r>
              <a:rPr lang="cs-CZ" sz="1600" b="1" kern="0" dirty="0">
                <a:latin typeface="Calibri" panose="020F0502020204030204" pitchFamily="34" charset="0"/>
              </a:rPr>
              <a:t> (</a:t>
            </a:r>
            <a:r>
              <a:rPr lang="en-US" sz="1600" b="1" kern="0" dirty="0">
                <a:latin typeface="Calibri" panose="020F0502020204030204" pitchFamily="34" charset="0"/>
              </a:rPr>
              <a:t>latitude, longitude, altitude and position name if applicable</a:t>
            </a:r>
            <a:r>
              <a:rPr lang="cs-CZ" sz="1600" b="1" kern="0" dirty="0">
                <a:latin typeface="Calibri" panose="020F0502020204030204" pitchFamily="34" charset="0"/>
              </a:rPr>
              <a:t>)</a:t>
            </a:r>
          </a:p>
          <a:p>
            <a:pPr marL="285750" indent="-285750" algn="just" eaLnBrk="1" hangingPunct="1">
              <a:spcBef>
                <a:spcPts val="1800"/>
              </a:spcBef>
              <a:buFontTx/>
              <a:buChar char="-"/>
              <a:defRPr/>
            </a:pPr>
            <a:r>
              <a:rPr lang="cs-CZ" sz="1600" b="1" kern="0" dirty="0" err="1">
                <a:latin typeface="Calibri" panose="020F0502020204030204" pitchFamily="34" charset="0"/>
              </a:rPr>
              <a:t>Price</a:t>
            </a:r>
            <a:r>
              <a:rPr lang="cs-CZ" sz="1600" b="1" kern="0" dirty="0">
                <a:latin typeface="Calibri" panose="020F0502020204030204" pitchFamily="34" charset="0"/>
              </a:rPr>
              <a:t> (</a:t>
            </a:r>
            <a:r>
              <a:rPr lang="cs-CZ" sz="1600" b="1" kern="0" dirty="0" err="1">
                <a:latin typeface="Calibri" panose="020F0502020204030204" pitchFamily="34" charset="0"/>
              </a:rPr>
              <a:t>price</a:t>
            </a:r>
            <a:r>
              <a:rPr lang="cs-CZ" sz="1600" b="1" kern="0" dirty="0">
                <a:latin typeface="Calibri" panose="020F0502020204030204" pitchFamily="34" charset="0"/>
              </a:rPr>
              <a:t> </a:t>
            </a:r>
            <a:r>
              <a:rPr lang="cs-CZ" sz="1600" b="1" kern="0" dirty="0" err="1">
                <a:latin typeface="Calibri" panose="020F0502020204030204" pitchFamily="34" charset="0"/>
              </a:rPr>
              <a:t>with</a:t>
            </a:r>
            <a:r>
              <a:rPr lang="cs-CZ" sz="1600" b="1" kern="0" dirty="0">
                <a:latin typeface="Calibri" panose="020F0502020204030204" pitchFamily="34" charset="0"/>
              </a:rPr>
              <a:t> </a:t>
            </a:r>
            <a:r>
              <a:rPr lang="cs-CZ" sz="1600" b="1" kern="0" dirty="0" err="1">
                <a:latin typeface="Calibri" panose="020F0502020204030204" pitchFamily="34" charset="0"/>
              </a:rPr>
              <a:t>currency</a:t>
            </a:r>
            <a:r>
              <a:rPr lang="cs-CZ" sz="1600" b="1" kern="0" dirty="0">
                <a:latin typeface="Calibri" panose="020F0502020204030204" pitchFamily="34" charset="0"/>
              </a:rPr>
              <a:t> </a:t>
            </a:r>
            <a:r>
              <a:rPr lang="cs-CZ" sz="1600" b="1" kern="0" dirty="0" err="1">
                <a:latin typeface="Calibri" panose="020F0502020204030204" pitchFamily="34" charset="0"/>
              </a:rPr>
              <a:t>identifier</a:t>
            </a:r>
            <a:r>
              <a:rPr lang="cs-CZ" sz="1600" b="1" kern="0" dirty="0">
                <a:latin typeface="Calibri" panose="020F0502020204030204" pitchFamily="34" charset="0"/>
              </a:rPr>
              <a:t>)</a:t>
            </a:r>
            <a:endParaRPr lang="cs-CZ" sz="1800" b="1" kern="0" dirty="0">
              <a:latin typeface="Calibri" panose="020F0502020204030204" pitchFamily="34" charset="0"/>
            </a:endParaRPr>
          </a:p>
          <a:p>
            <a:pPr algn="just" eaLnBrk="1" hangingPunct="1">
              <a:spcBef>
                <a:spcPts val="1800"/>
              </a:spcBef>
              <a:defRPr/>
            </a:pPr>
            <a:endParaRPr lang="cs-CZ" sz="1800" b="1" kern="0" dirty="0">
              <a:latin typeface="Calibri" panose="020F0502020204030204" pitchFamily="34" charset="0"/>
            </a:endParaRPr>
          </a:p>
          <a:p>
            <a:pPr algn="just" eaLnBrk="1" hangingPunct="1">
              <a:spcBef>
                <a:spcPts val="1800"/>
              </a:spcBef>
              <a:defRPr/>
            </a:pPr>
            <a:endParaRPr lang="cs-CZ" sz="1800" b="1" kern="0" dirty="0">
              <a:latin typeface="Calibri" panose="020F0502020204030204" pitchFamily="34" charset="0"/>
            </a:endParaRPr>
          </a:p>
          <a:p>
            <a:pPr algn="just" eaLnBrk="1" hangingPunct="1">
              <a:spcBef>
                <a:spcPts val="1800"/>
              </a:spcBef>
              <a:defRPr/>
            </a:pPr>
            <a:endParaRPr lang="cs-CZ" sz="1800" b="1" kern="0" dirty="0">
              <a:latin typeface="Calibri" panose="020F0502020204030204" pitchFamily="34" charset="0"/>
            </a:endParaRPr>
          </a:p>
        </p:txBody>
      </p:sp>
      <p:cxnSp>
        <p:nvCxnSpPr>
          <p:cNvPr id="5" name="Přímá spojnice 4"/>
          <p:cNvCxnSpPr/>
          <p:nvPr/>
        </p:nvCxnSpPr>
        <p:spPr bwMode="auto">
          <a:xfrm>
            <a:off x="804863" y="6309320"/>
            <a:ext cx="7561262" cy="0"/>
          </a:xfrm>
          <a:prstGeom prst="line">
            <a:avLst/>
          </a:prstGeom>
          <a:ln w="158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7174" name="Zástupný symbol pro číslo snímku 12"/>
          <p:cNvSpPr>
            <a:spLocks noGrp="1"/>
          </p:cNvSpPr>
          <p:nvPr>
            <p:ph type="sldNum" sz="quarter" idx="11"/>
          </p:nvPr>
        </p:nvSpPr>
        <p:spPr>
          <a:noFill/>
        </p:spPr>
        <p:txBody>
          <a:bodyPr/>
          <a:lstStyle/>
          <a:p>
            <a:fld id="{3FD4A6DE-255A-4C0E-A52E-71B2D7B9E259}" type="slidenum">
              <a:rPr lang="cs-CZ" altLang="cs-CZ">
                <a:latin typeface="Calibri" pitchFamily="34" charset="0"/>
              </a:rPr>
              <a:pPr/>
              <a:t>10</a:t>
            </a:fld>
            <a:endParaRPr lang="cs-CZ" altLang="cs-CZ" dirty="0">
              <a:latin typeface="Calibri" pitchFamily="34" charset="0"/>
            </a:endParaRPr>
          </a:p>
        </p:txBody>
      </p:sp>
    </p:spTree>
    <p:extLst>
      <p:ext uri="{BB962C8B-B14F-4D97-AF65-F5344CB8AC3E}">
        <p14:creationId xmlns:p14="http://schemas.microsoft.com/office/powerpoint/2010/main" val="59627877"/>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Zástupný symbol pro zápatí 11"/>
          <p:cNvSpPr>
            <a:spLocks noGrp="1"/>
          </p:cNvSpPr>
          <p:nvPr>
            <p:ph type="ftr" sz="quarter" idx="10"/>
          </p:nvPr>
        </p:nvSpPr>
        <p:spPr/>
        <p:txBody>
          <a:bodyPr/>
          <a:lstStyle/>
          <a:p>
            <a:pPr>
              <a:defRPr/>
            </a:pPr>
            <a:r>
              <a:rPr lang="cs-CZ" b="1" kern="0" dirty="0">
                <a:solidFill>
                  <a:srgbClr val="CA0383"/>
                </a:solidFill>
                <a:latin typeface="Calibri" panose="020F0502020204030204" pitchFamily="34" charset="0"/>
              </a:rPr>
              <a:t>www.syntea.cz</a:t>
            </a:r>
          </a:p>
        </p:txBody>
      </p:sp>
      <p:sp>
        <p:nvSpPr>
          <p:cNvPr id="10" name="Rectangle 3"/>
          <p:cNvSpPr txBox="1">
            <a:spLocks noChangeArrowheads="1"/>
          </p:cNvSpPr>
          <p:nvPr/>
        </p:nvSpPr>
        <p:spPr bwMode="auto">
          <a:xfrm>
            <a:off x="818331" y="913854"/>
            <a:ext cx="7858125" cy="642938"/>
          </a:xfrm>
          <a:prstGeom prst="rect">
            <a:avLst/>
          </a:prstGeom>
          <a:noFill/>
          <a:ln w="9525">
            <a:noFill/>
            <a:miter lim="800000"/>
            <a:headEnd/>
            <a:tailEnd/>
          </a:ln>
          <a:effectLst/>
        </p:spPr>
        <p:txBody>
          <a:bodyPr lIns="36000" tIns="0" rIns="36000" bIns="36000"/>
          <a:lstStyle/>
          <a:p>
            <a:pPr eaLnBrk="1" hangingPunct="1">
              <a:lnSpc>
                <a:spcPct val="120000"/>
              </a:lnSpc>
              <a:spcBef>
                <a:spcPct val="20000"/>
              </a:spcBef>
              <a:buFont typeface="Wingdings" pitchFamily="2" charset="2"/>
              <a:buNone/>
              <a:defRPr/>
            </a:pPr>
            <a:r>
              <a:rPr lang="cs-CZ" sz="3600" b="1" kern="0" dirty="0">
                <a:solidFill>
                  <a:srgbClr val="CA0383"/>
                </a:solidFill>
                <a:latin typeface="Calibri" panose="020F0502020204030204" pitchFamily="34" charset="0"/>
              </a:rPr>
              <a:t>XON – </a:t>
            </a:r>
            <a:r>
              <a:rPr lang="en-US" sz="3600" b="1" kern="0" dirty="0">
                <a:solidFill>
                  <a:srgbClr val="CA0383"/>
                </a:solidFill>
                <a:latin typeface="Calibri" panose="020F0502020204030204" pitchFamily="34" charset="0"/>
              </a:rPr>
              <a:t>numeric types of values</a:t>
            </a:r>
            <a:endParaRPr lang="cs-CZ" sz="3600" b="1" kern="0" dirty="0">
              <a:solidFill>
                <a:srgbClr val="CA0383"/>
              </a:solidFill>
              <a:latin typeface="Calibri" panose="020F0502020204030204" pitchFamily="34" charset="0"/>
            </a:endParaRPr>
          </a:p>
        </p:txBody>
      </p:sp>
      <p:sp>
        <p:nvSpPr>
          <p:cNvPr id="27" name="Rectangle 3"/>
          <p:cNvSpPr txBox="1">
            <a:spLocks noChangeArrowheads="1"/>
          </p:cNvSpPr>
          <p:nvPr/>
        </p:nvSpPr>
        <p:spPr bwMode="auto">
          <a:xfrm>
            <a:off x="841183" y="1700808"/>
            <a:ext cx="8051297" cy="4608512"/>
          </a:xfrm>
          <a:prstGeom prst="rect">
            <a:avLst/>
          </a:prstGeom>
          <a:noFill/>
          <a:ln w="9525">
            <a:noFill/>
            <a:miter lim="800000"/>
            <a:headEnd/>
            <a:tailEnd/>
          </a:ln>
          <a:effectLst/>
        </p:spPr>
        <p:txBody>
          <a:bodyPr lIns="36000" tIns="0" rIns="36000" bIns="36000"/>
          <a:lstStyle/>
          <a:p>
            <a:pPr lvl="0"/>
            <a:r>
              <a:rPr lang="cs-CZ" sz="1800" b="1" dirty="0"/>
              <a:t>Typ</a:t>
            </a:r>
            <a:r>
              <a:rPr lang="en-US" sz="1800" b="1" dirty="0"/>
              <a:t>e</a:t>
            </a:r>
            <a:r>
              <a:rPr lang="cs-CZ" sz="1800" b="1" dirty="0"/>
              <a:t>		 </a:t>
            </a:r>
            <a:r>
              <a:rPr lang="en-US" sz="1800" b="1" dirty="0"/>
              <a:t>S</a:t>
            </a:r>
            <a:r>
              <a:rPr lang="cs-CZ" sz="1800" b="1" dirty="0" err="1"/>
              <a:t>ource</a:t>
            </a:r>
            <a:r>
              <a:rPr lang="cs-CZ" sz="1800" b="1" dirty="0"/>
              <a:t> </a:t>
            </a:r>
            <a:r>
              <a:rPr lang="cs-CZ" sz="1800" b="1" dirty="0" err="1"/>
              <a:t>entry</a:t>
            </a:r>
            <a:r>
              <a:rPr lang="cs-CZ" sz="1800" b="1" dirty="0"/>
              <a:t> 	</a:t>
            </a:r>
            <a:r>
              <a:rPr lang="en-US" sz="1800" b="1" dirty="0"/>
              <a:t>Example</a:t>
            </a:r>
            <a:endParaRPr lang="cs-CZ" sz="1800" b="1" dirty="0"/>
          </a:p>
          <a:p>
            <a:pPr lvl="0"/>
            <a:r>
              <a:rPr lang="cs-CZ" sz="1800" b="1" dirty="0"/>
              <a:t>Byte		</a:t>
            </a:r>
            <a:r>
              <a:rPr lang="en-US" sz="1800" b="1" dirty="0"/>
              <a:t> number</a:t>
            </a:r>
            <a:r>
              <a:rPr lang="cs-CZ" sz="1800" b="1" dirty="0"/>
              <a:t> „B“	12B</a:t>
            </a:r>
          </a:p>
          <a:p>
            <a:pPr lvl="0"/>
            <a:r>
              <a:rPr lang="cs-CZ" sz="1800" b="1" dirty="0" err="1"/>
              <a:t>Short</a:t>
            </a:r>
            <a:r>
              <a:rPr lang="cs-CZ" sz="1800" b="1" dirty="0"/>
              <a:t>		</a:t>
            </a:r>
            <a:r>
              <a:rPr lang="en-US" sz="1800" b="1" dirty="0"/>
              <a:t> number</a:t>
            </a:r>
            <a:r>
              <a:rPr lang="cs-CZ" sz="1800" b="1" dirty="0"/>
              <a:t> „S“	12S</a:t>
            </a:r>
            <a:endParaRPr lang="cs-CZ" sz="1800" dirty="0"/>
          </a:p>
          <a:p>
            <a:pPr lvl="0"/>
            <a:r>
              <a:rPr lang="cs-CZ" sz="1800" b="1" dirty="0" err="1"/>
              <a:t>Integer</a:t>
            </a:r>
            <a:r>
              <a:rPr lang="cs-CZ" sz="1800" b="1" dirty="0"/>
              <a:t>		</a:t>
            </a:r>
            <a:r>
              <a:rPr lang="en-US" sz="1800" b="1" dirty="0"/>
              <a:t> number</a:t>
            </a:r>
            <a:r>
              <a:rPr lang="cs-CZ" sz="1800" b="1" dirty="0"/>
              <a:t> „</a:t>
            </a:r>
            <a:r>
              <a:rPr lang="en-US" sz="1800" b="1" dirty="0"/>
              <a:t>I”	23I</a:t>
            </a:r>
            <a:endParaRPr lang="cs-CZ" sz="1800" dirty="0"/>
          </a:p>
          <a:p>
            <a:pPr lvl="0"/>
            <a:r>
              <a:rPr lang="cs-CZ" sz="1800" b="1" dirty="0"/>
              <a:t>Long		</a:t>
            </a:r>
            <a:r>
              <a:rPr lang="en-US" sz="1800" b="1" dirty="0"/>
              <a:t> number</a:t>
            </a:r>
            <a:r>
              <a:rPr lang="cs-CZ" sz="1800" b="1" dirty="0"/>
              <a:t> „L“ 	12L</a:t>
            </a:r>
            <a:endParaRPr lang="cs-CZ" sz="1800" dirty="0"/>
          </a:p>
          <a:p>
            <a:pPr lvl="0"/>
            <a:r>
              <a:rPr lang="cs-CZ" sz="1800" b="1" dirty="0" err="1"/>
              <a:t>Float</a:t>
            </a:r>
            <a:r>
              <a:rPr lang="cs-CZ" sz="1800" b="1" dirty="0"/>
              <a:t>		</a:t>
            </a:r>
            <a:r>
              <a:rPr lang="en-US" sz="1800" b="1" dirty="0"/>
              <a:t> number</a:t>
            </a:r>
            <a:r>
              <a:rPr lang="cs-CZ" sz="1800" b="1" dirty="0"/>
              <a:t> „F“ 	12F</a:t>
            </a:r>
            <a:endParaRPr lang="cs-CZ" sz="1800" dirty="0"/>
          </a:p>
          <a:p>
            <a:pPr lvl="0"/>
            <a:r>
              <a:rPr lang="cs-CZ" sz="1800" b="1" dirty="0"/>
              <a:t>Double		</a:t>
            </a:r>
            <a:r>
              <a:rPr lang="en-US" sz="1800" b="1" dirty="0"/>
              <a:t> number</a:t>
            </a:r>
            <a:r>
              <a:rPr lang="cs-CZ" sz="1800" b="1" dirty="0"/>
              <a:t> „D“ 	12D	 </a:t>
            </a:r>
            <a:endParaRPr lang="cs-CZ" sz="1800" dirty="0"/>
          </a:p>
          <a:p>
            <a:pPr lvl="0"/>
            <a:r>
              <a:rPr lang="cs-CZ" sz="1800" b="1" dirty="0" err="1"/>
              <a:t>BigInteger</a:t>
            </a:r>
            <a:r>
              <a:rPr lang="cs-CZ" sz="1800" b="1" dirty="0"/>
              <a:t>	</a:t>
            </a:r>
            <a:r>
              <a:rPr lang="en-US" sz="1800" b="1" dirty="0"/>
              <a:t> number</a:t>
            </a:r>
            <a:r>
              <a:rPr lang="cs-CZ" sz="1800" b="1" dirty="0"/>
              <a:t> „N“	12N</a:t>
            </a:r>
            <a:endParaRPr lang="cs-CZ" sz="1800" dirty="0"/>
          </a:p>
          <a:p>
            <a:pPr lvl="0"/>
            <a:r>
              <a:rPr lang="cs-CZ" sz="1800" b="1" dirty="0" err="1"/>
              <a:t>BigDecimal</a:t>
            </a:r>
            <a:r>
              <a:rPr lang="cs-CZ" sz="1800" b="1" dirty="0"/>
              <a:t>	</a:t>
            </a:r>
            <a:r>
              <a:rPr lang="en-US" sz="1800" b="1" dirty="0"/>
              <a:t> number</a:t>
            </a:r>
            <a:r>
              <a:rPr lang="cs-CZ" sz="1800" b="1" dirty="0"/>
              <a:t> „d“	12d</a:t>
            </a:r>
          </a:p>
          <a:p>
            <a:pPr lvl="0"/>
            <a:r>
              <a:rPr lang="cs-CZ" sz="1800" b="1" dirty="0" err="1"/>
              <a:t>Special</a:t>
            </a:r>
            <a:r>
              <a:rPr lang="cs-CZ" sz="1800" b="1" dirty="0"/>
              <a:t> </a:t>
            </a:r>
            <a:r>
              <a:rPr lang="cs-CZ" sz="1800" b="1" dirty="0" err="1"/>
              <a:t>values</a:t>
            </a:r>
            <a:r>
              <a:rPr lang="en-US" sz="1800" b="1" dirty="0"/>
              <a:t>:</a:t>
            </a:r>
            <a:endParaRPr lang="cs-CZ" sz="1800" b="1" dirty="0"/>
          </a:p>
          <a:p>
            <a:pPr lvl="0"/>
            <a:r>
              <a:rPr lang="en-US" sz="1800" b="1" dirty="0"/>
              <a:t>Type		S</a:t>
            </a:r>
            <a:r>
              <a:rPr lang="cs-CZ" sz="1800" b="1" dirty="0" err="1"/>
              <a:t>ource</a:t>
            </a:r>
            <a:r>
              <a:rPr lang="cs-CZ" sz="1800" b="1" dirty="0"/>
              <a:t> </a:t>
            </a:r>
            <a:r>
              <a:rPr lang="cs-CZ" sz="1800" b="1" dirty="0" err="1"/>
              <a:t>entry</a:t>
            </a:r>
            <a:r>
              <a:rPr lang="en-US" sz="1800" b="1" dirty="0"/>
              <a:t>	Description</a:t>
            </a:r>
            <a:endParaRPr lang="cs-CZ" sz="1800" dirty="0"/>
          </a:p>
          <a:p>
            <a:pPr lvl="0"/>
            <a:r>
              <a:rPr lang="cs-CZ" sz="1800" b="1" dirty="0"/>
              <a:t>Double		</a:t>
            </a:r>
            <a:r>
              <a:rPr lang="cs-CZ" sz="1800" b="1" dirty="0" err="1"/>
              <a:t>NaN</a:t>
            </a:r>
            <a:r>
              <a:rPr lang="cs-CZ" sz="1800" b="1" dirty="0"/>
              <a:t>	</a:t>
            </a:r>
            <a:r>
              <a:rPr lang="en-US" sz="1800" b="1" dirty="0"/>
              <a:t>	Double Not a number</a:t>
            </a:r>
            <a:endParaRPr lang="cs-CZ" sz="1800" b="1" dirty="0"/>
          </a:p>
          <a:p>
            <a:pPr lvl="0"/>
            <a:r>
              <a:rPr lang="cs-CZ" sz="1800" b="1" dirty="0"/>
              <a:t>Double		INF</a:t>
            </a:r>
            <a:r>
              <a:rPr lang="en-US" sz="1800" b="1" dirty="0"/>
              <a:t>		Double Positive infinity</a:t>
            </a:r>
            <a:endParaRPr lang="cs-CZ" sz="1800" b="1" dirty="0"/>
          </a:p>
          <a:p>
            <a:pPr lvl="0"/>
            <a:r>
              <a:rPr lang="cs-CZ" sz="1800" b="1" dirty="0"/>
              <a:t>Double		-INF</a:t>
            </a:r>
            <a:r>
              <a:rPr lang="en-US" sz="1800" b="1" dirty="0"/>
              <a:t>		Double Negative infinity</a:t>
            </a:r>
            <a:endParaRPr lang="cs-CZ" sz="1800" dirty="0"/>
          </a:p>
          <a:p>
            <a:pPr lvl="0"/>
            <a:r>
              <a:rPr lang="cs-CZ" sz="1800" b="1" dirty="0" err="1"/>
              <a:t>Float</a:t>
            </a:r>
            <a:r>
              <a:rPr lang="cs-CZ" sz="1800" b="1" dirty="0"/>
              <a:t>		</a:t>
            </a:r>
            <a:r>
              <a:rPr lang="cs-CZ" sz="1800" b="1" dirty="0" err="1"/>
              <a:t>NaNF</a:t>
            </a:r>
            <a:r>
              <a:rPr lang="en-US" sz="1800" b="1" dirty="0"/>
              <a:t>		Float Not a number</a:t>
            </a:r>
            <a:endParaRPr lang="cs-CZ" sz="1800" dirty="0"/>
          </a:p>
          <a:p>
            <a:pPr lvl="0"/>
            <a:r>
              <a:rPr lang="cs-CZ" sz="1800" b="1" dirty="0" err="1"/>
              <a:t>Float</a:t>
            </a:r>
            <a:r>
              <a:rPr lang="cs-CZ" sz="1800" b="1" dirty="0"/>
              <a:t>		INFF</a:t>
            </a:r>
            <a:r>
              <a:rPr lang="en-US" sz="1800" b="1" dirty="0"/>
              <a:t>		Float Positive infinity</a:t>
            </a:r>
            <a:endParaRPr lang="cs-CZ" sz="1800" dirty="0"/>
          </a:p>
          <a:p>
            <a:pPr lvl="0"/>
            <a:r>
              <a:rPr lang="cs-CZ" sz="1800" b="1" dirty="0" err="1"/>
              <a:t>Float</a:t>
            </a:r>
            <a:r>
              <a:rPr lang="cs-CZ" sz="1800" b="1" dirty="0"/>
              <a:t>		-INFF</a:t>
            </a:r>
            <a:r>
              <a:rPr lang="en-US" sz="1800" b="1" dirty="0"/>
              <a:t>		Float Negative infinity</a:t>
            </a:r>
            <a:endParaRPr lang="cs-CZ" sz="1800" b="1" kern="0" dirty="0">
              <a:latin typeface="Calibri" panose="020F0502020204030204" pitchFamily="34" charset="0"/>
            </a:endParaRPr>
          </a:p>
          <a:p>
            <a:pPr algn="just" eaLnBrk="1" hangingPunct="1">
              <a:spcBef>
                <a:spcPts val="1800"/>
              </a:spcBef>
              <a:defRPr/>
            </a:pPr>
            <a:endParaRPr lang="cs-CZ" sz="1800" b="1" kern="0" dirty="0">
              <a:latin typeface="Calibri" panose="020F0502020204030204" pitchFamily="34" charset="0"/>
            </a:endParaRPr>
          </a:p>
        </p:txBody>
      </p:sp>
      <p:cxnSp>
        <p:nvCxnSpPr>
          <p:cNvPr id="5" name="Přímá spojnice 4"/>
          <p:cNvCxnSpPr/>
          <p:nvPr/>
        </p:nvCxnSpPr>
        <p:spPr bwMode="auto">
          <a:xfrm>
            <a:off x="804863" y="6309320"/>
            <a:ext cx="7561262" cy="0"/>
          </a:xfrm>
          <a:prstGeom prst="line">
            <a:avLst/>
          </a:prstGeom>
          <a:ln w="158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7174" name="Zástupný symbol pro číslo snímku 12"/>
          <p:cNvSpPr>
            <a:spLocks noGrp="1"/>
          </p:cNvSpPr>
          <p:nvPr>
            <p:ph type="sldNum" sz="quarter" idx="11"/>
          </p:nvPr>
        </p:nvSpPr>
        <p:spPr>
          <a:noFill/>
        </p:spPr>
        <p:txBody>
          <a:bodyPr/>
          <a:lstStyle/>
          <a:p>
            <a:fld id="{3FD4A6DE-255A-4C0E-A52E-71B2D7B9E259}" type="slidenum">
              <a:rPr lang="cs-CZ" altLang="cs-CZ">
                <a:latin typeface="Calibri" pitchFamily="34" charset="0"/>
              </a:rPr>
              <a:pPr/>
              <a:t>11</a:t>
            </a:fld>
            <a:endParaRPr lang="cs-CZ" altLang="cs-CZ" dirty="0">
              <a:latin typeface="Calibri" pitchFamily="34" charset="0"/>
            </a:endParaRPr>
          </a:p>
        </p:txBody>
      </p:sp>
    </p:spTree>
    <p:extLst>
      <p:ext uri="{BB962C8B-B14F-4D97-AF65-F5344CB8AC3E}">
        <p14:creationId xmlns:p14="http://schemas.microsoft.com/office/powerpoint/2010/main" val="1378676843"/>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Zástupný symbol pro zápatí 11"/>
          <p:cNvSpPr>
            <a:spLocks noGrp="1"/>
          </p:cNvSpPr>
          <p:nvPr>
            <p:ph type="ftr" sz="quarter" idx="10"/>
          </p:nvPr>
        </p:nvSpPr>
        <p:spPr/>
        <p:txBody>
          <a:bodyPr/>
          <a:lstStyle/>
          <a:p>
            <a:pPr>
              <a:defRPr/>
            </a:pPr>
            <a:r>
              <a:rPr lang="cs-CZ" b="1" kern="0" dirty="0">
                <a:solidFill>
                  <a:srgbClr val="CA0383"/>
                </a:solidFill>
                <a:latin typeface="Calibri" panose="020F0502020204030204" pitchFamily="34" charset="0"/>
              </a:rPr>
              <a:t>www.syntea.cz</a:t>
            </a:r>
          </a:p>
        </p:txBody>
      </p:sp>
      <p:sp>
        <p:nvSpPr>
          <p:cNvPr id="10" name="Rectangle 3"/>
          <p:cNvSpPr txBox="1">
            <a:spLocks noChangeArrowheads="1"/>
          </p:cNvSpPr>
          <p:nvPr/>
        </p:nvSpPr>
        <p:spPr bwMode="auto">
          <a:xfrm>
            <a:off x="818331" y="913854"/>
            <a:ext cx="7858125" cy="642938"/>
          </a:xfrm>
          <a:prstGeom prst="rect">
            <a:avLst/>
          </a:prstGeom>
          <a:noFill/>
          <a:ln w="9525">
            <a:noFill/>
            <a:miter lim="800000"/>
            <a:headEnd/>
            <a:tailEnd/>
          </a:ln>
          <a:effectLst/>
        </p:spPr>
        <p:txBody>
          <a:bodyPr lIns="36000" tIns="0" rIns="36000" bIns="36000"/>
          <a:lstStyle/>
          <a:p>
            <a:pPr eaLnBrk="1" hangingPunct="1">
              <a:lnSpc>
                <a:spcPct val="120000"/>
              </a:lnSpc>
              <a:spcBef>
                <a:spcPct val="20000"/>
              </a:spcBef>
              <a:buFont typeface="Wingdings" pitchFamily="2" charset="2"/>
              <a:buNone/>
              <a:defRPr/>
            </a:pPr>
            <a:r>
              <a:rPr lang="cs-CZ" sz="3600" b="1" kern="0" dirty="0">
                <a:solidFill>
                  <a:srgbClr val="CA0383"/>
                </a:solidFill>
                <a:latin typeface="Calibri" panose="020F0502020204030204" pitchFamily="34" charset="0"/>
              </a:rPr>
              <a:t>XON – </a:t>
            </a:r>
            <a:r>
              <a:rPr lang="en-US" sz="3600" b="1" kern="0" dirty="0">
                <a:solidFill>
                  <a:srgbClr val="CA0383"/>
                </a:solidFill>
                <a:latin typeface="Calibri" panose="020F0502020204030204" pitchFamily="34" charset="0"/>
              </a:rPr>
              <a:t>other types of values</a:t>
            </a:r>
            <a:endParaRPr lang="cs-CZ" sz="3600" b="1" kern="0" dirty="0">
              <a:solidFill>
                <a:srgbClr val="CA0383"/>
              </a:solidFill>
              <a:latin typeface="Calibri" panose="020F0502020204030204" pitchFamily="34" charset="0"/>
            </a:endParaRPr>
          </a:p>
        </p:txBody>
      </p:sp>
      <p:sp>
        <p:nvSpPr>
          <p:cNvPr id="27" name="Rectangle 3"/>
          <p:cNvSpPr txBox="1">
            <a:spLocks noChangeArrowheads="1"/>
          </p:cNvSpPr>
          <p:nvPr/>
        </p:nvSpPr>
        <p:spPr bwMode="auto">
          <a:xfrm>
            <a:off x="913191" y="1628800"/>
            <a:ext cx="8051297" cy="4608512"/>
          </a:xfrm>
          <a:prstGeom prst="rect">
            <a:avLst/>
          </a:prstGeom>
          <a:noFill/>
          <a:ln w="9525">
            <a:noFill/>
            <a:miter lim="800000"/>
            <a:headEnd/>
            <a:tailEnd/>
          </a:ln>
          <a:effectLst/>
        </p:spPr>
        <p:txBody>
          <a:bodyPr lIns="36000" tIns="0" rIns="36000" bIns="36000"/>
          <a:lstStyle/>
          <a:p>
            <a:pPr lvl="0"/>
            <a:r>
              <a:rPr lang="cs-CZ" sz="1800" b="1" dirty="0"/>
              <a:t>Typ</a:t>
            </a:r>
            <a:r>
              <a:rPr lang="en-US" sz="1800" b="1" dirty="0"/>
              <a:t>e</a:t>
            </a:r>
            <a:r>
              <a:rPr lang="cs-CZ" sz="1800" b="1" dirty="0"/>
              <a:t>		 </a:t>
            </a:r>
            <a:r>
              <a:rPr lang="en-US" sz="1800" b="1" dirty="0"/>
              <a:t>S</a:t>
            </a:r>
            <a:r>
              <a:rPr lang="cs-CZ" sz="1800" b="1" dirty="0" err="1"/>
              <a:t>ource</a:t>
            </a:r>
            <a:r>
              <a:rPr lang="cs-CZ" sz="1800" b="1" dirty="0"/>
              <a:t> </a:t>
            </a:r>
            <a:r>
              <a:rPr lang="cs-CZ" sz="1800" b="1" dirty="0" err="1"/>
              <a:t>entry</a:t>
            </a:r>
            <a:r>
              <a:rPr lang="cs-CZ" sz="1800" b="1" dirty="0"/>
              <a:t> 	</a:t>
            </a:r>
            <a:r>
              <a:rPr lang="en-US" sz="1800" b="1" dirty="0"/>
              <a:t>Example</a:t>
            </a:r>
            <a:endParaRPr lang="cs-CZ" sz="1800" b="1" dirty="0"/>
          </a:p>
          <a:p>
            <a:pPr lvl="0"/>
            <a:r>
              <a:rPr lang="cs-CZ" sz="1800" b="1" dirty="0" err="1"/>
              <a:t>String</a:t>
            </a:r>
            <a:r>
              <a:rPr lang="cs-CZ" sz="1800" b="1" dirty="0"/>
              <a:t>		 "</a:t>
            </a:r>
            <a:r>
              <a:rPr lang="cs-CZ" sz="1800" b="1" dirty="0" err="1"/>
              <a:t>string</a:t>
            </a:r>
            <a:r>
              <a:rPr lang="cs-CZ" sz="1800" b="1" dirty="0"/>
              <a:t>" 		"", " </a:t>
            </a:r>
            <a:r>
              <a:rPr lang="en-US" sz="1800" b="1" dirty="0"/>
              <a:t>ab c</a:t>
            </a:r>
            <a:r>
              <a:rPr lang="cs-CZ" sz="1800" b="1" dirty="0"/>
              <a:t>", “</a:t>
            </a:r>
            <a:r>
              <a:rPr lang="en-US" sz="1800" b="1" dirty="0"/>
              <a:t>\\</a:t>
            </a:r>
            <a:r>
              <a:rPr lang="cs-CZ" sz="1800" b="1" dirty="0"/>
              <a:t>"</a:t>
            </a:r>
            <a:r>
              <a:rPr lang="en-US" sz="1800" b="1" dirty="0"/>
              <a:t>, </a:t>
            </a:r>
            <a:r>
              <a:rPr lang="cs-CZ" sz="1800" b="1" dirty="0"/>
              <a:t>"</a:t>
            </a:r>
            <a:r>
              <a:rPr lang="en-US" sz="1800" b="1" dirty="0"/>
              <a:t>\n</a:t>
            </a:r>
            <a:r>
              <a:rPr lang="cs-CZ" sz="1800" b="1" dirty="0"/>
              <a:t>"</a:t>
            </a:r>
            <a:r>
              <a:rPr lang="en-US" sz="1800" b="1" dirty="0"/>
              <a:t>, </a:t>
            </a:r>
            <a:r>
              <a:rPr lang="cs-CZ" sz="1800" b="1" dirty="0"/>
              <a:t>"</a:t>
            </a:r>
            <a:r>
              <a:rPr lang="en-US" sz="1800" b="1" dirty="0"/>
              <a:t>a</a:t>
            </a:r>
            <a:r>
              <a:rPr lang="cs-CZ" sz="1800" b="1" dirty="0"/>
              <a:t> </a:t>
            </a:r>
            <a:r>
              <a:rPr lang="en-US" sz="1800" b="1" dirty="0"/>
              <a:t>\u0007 z</a:t>
            </a:r>
            <a:r>
              <a:rPr lang="cs-CZ" sz="1800" b="1" dirty="0"/>
              <a:t>" </a:t>
            </a:r>
            <a:endParaRPr lang="cs-CZ" sz="1800" dirty="0"/>
          </a:p>
          <a:p>
            <a:pPr lvl="0"/>
            <a:r>
              <a:rPr lang="cs-CZ" sz="1800" b="1" dirty="0" err="1"/>
              <a:t>Char</a:t>
            </a:r>
            <a:r>
              <a:rPr lang="cs-CZ" sz="1800" b="1" dirty="0"/>
              <a:t>		c"</a:t>
            </a:r>
            <a:r>
              <a:rPr lang="en-US" sz="1800" b="1" dirty="0"/>
              <a:t>character</a:t>
            </a:r>
            <a:r>
              <a:rPr lang="cs-CZ" sz="1800" b="1" dirty="0"/>
              <a:t>"	</a:t>
            </a:r>
            <a:r>
              <a:rPr lang="cs-CZ" sz="1800" b="1" dirty="0" err="1"/>
              <a:t>c"x</a:t>
            </a:r>
            <a:r>
              <a:rPr lang="cs-CZ" sz="1800" b="1" dirty="0"/>
              <a:t>", c"\n", c"\u0007"</a:t>
            </a:r>
          </a:p>
          <a:p>
            <a:pPr lvl="0"/>
            <a:r>
              <a:rPr lang="en-US" sz="1800" b="1" dirty="0"/>
              <a:t>D</a:t>
            </a:r>
            <a:r>
              <a:rPr lang="cs-CZ" sz="1800" b="1" dirty="0" err="1"/>
              <a:t>atetime</a:t>
            </a:r>
            <a:r>
              <a:rPr lang="cs-CZ" sz="1800" b="1" dirty="0"/>
              <a:t>	D ISO </a:t>
            </a:r>
            <a:r>
              <a:rPr lang="cs-CZ" sz="1800" b="1" dirty="0" err="1"/>
              <a:t>datetime</a:t>
            </a:r>
            <a:r>
              <a:rPr lang="cs-CZ" sz="1800" b="1" dirty="0"/>
              <a:t>	D</a:t>
            </a:r>
            <a:r>
              <a:rPr lang="en-US" sz="1800" b="1" dirty="0"/>
              <a:t>2021-03-10T23:55Z, D13:55+02:00, D--05</a:t>
            </a:r>
            <a:endParaRPr lang="cs-CZ" sz="1800" b="1" dirty="0"/>
          </a:p>
          <a:p>
            <a:pPr lvl="0"/>
            <a:r>
              <a:rPr lang="en-US" sz="1800" b="1" dirty="0"/>
              <a:t>D</a:t>
            </a:r>
            <a:r>
              <a:rPr lang="cs-CZ" sz="1800" b="1" dirty="0" err="1"/>
              <a:t>uration</a:t>
            </a:r>
            <a:r>
              <a:rPr lang="cs-CZ" sz="1800" b="1" dirty="0"/>
              <a:t>		ISO </a:t>
            </a:r>
            <a:r>
              <a:rPr lang="cs-CZ" sz="1800" b="1" dirty="0" err="1"/>
              <a:t>duration</a:t>
            </a:r>
            <a:r>
              <a:rPr lang="cs-CZ" sz="1800" b="1" dirty="0"/>
              <a:t>	P1Y1M1DT1H1M1.12S, -P2Y</a:t>
            </a:r>
          </a:p>
          <a:p>
            <a:pPr lvl="0"/>
            <a:r>
              <a:rPr lang="cs-CZ" sz="1800" b="1" dirty="0" err="1"/>
              <a:t>GPSPosition</a:t>
            </a:r>
            <a:r>
              <a:rPr lang="cs-CZ" sz="1800" b="1" dirty="0"/>
              <a:t>	g{</a:t>
            </a:r>
            <a:r>
              <a:rPr lang="cs-CZ" sz="1800" b="1" dirty="0" err="1"/>
              <a:t>gps</a:t>
            </a:r>
            <a:r>
              <a:rPr lang="cs-CZ" sz="1800" b="1" dirty="0"/>
              <a:t> </a:t>
            </a:r>
            <a:r>
              <a:rPr lang="en-US" sz="1800" b="1" dirty="0"/>
              <a:t>entry</a:t>
            </a:r>
            <a:r>
              <a:rPr lang="cs-CZ" sz="1800" b="1" dirty="0"/>
              <a:t>)	g(51.52, -0.09, 0, London)</a:t>
            </a:r>
          </a:p>
          <a:p>
            <a:pPr lvl="0"/>
            <a:r>
              <a:rPr lang="cs-CZ" sz="1800" b="1" dirty="0" err="1"/>
              <a:t>Price</a:t>
            </a:r>
            <a:r>
              <a:rPr lang="cs-CZ" sz="1800" b="1" dirty="0"/>
              <a:t>  		p(</a:t>
            </a:r>
            <a:r>
              <a:rPr lang="cs-CZ" sz="1800" b="1" dirty="0" err="1"/>
              <a:t>price</a:t>
            </a:r>
            <a:r>
              <a:rPr lang="cs-CZ" sz="1800" b="1" dirty="0"/>
              <a:t> </a:t>
            </a:r>
            <a:r>
              <a:rPr lang="en-US" sz="1800" b="1" dirty="0"/>
              <a:t>entry</a:t>
            </a:r>
            <a:r>
              <a:rPr lang="cs-CZ" sz="1800" b="1" dirty="0"/>
              <a:t>) 	p</a:t>
            </a:r>
            <a:r>
              <a:rPr lang="en-US" sz="1800" b="1" dirty="0"/>
              <a:t>(12.50 CZK)</a:t>
            </a:r>
            <a:endParaRPr lang="cs-CZ" sz="1800" b="1" dirty="0"/>
          </a:p>
          <a:p>
            <a:pPr lvl="0"/>
            <a:r>
              <a:rPr lang="cs-CZ" sz="1800" b="1" dirty="0"/>
              <a:t>byte </a:t>
            </a:r>
            <a:r>
              <a:rPr lang="cs-CZ" sz="1800" b="1" dirty="0" err="1"/>
              <a:t>array</a:t>
            </a:r>
            <a:r>
              <a:rPr lang="cs-CZ" sz="1800" b="1" dirty="0"/>
              <a:t>	b( base64 )	b(</a:t>
            </a:r>
            <a:r>
              <a:rPr lang="cs-CZ" sz="1800" b="1" dirty="0" err="1"/>
              <a:t>HbRBHbRBHQw</a:t>
            </a:r>
            <a:r>
              <a:rPr lang="cs-CZ" sz="1800" b="1" dirty="0"/>
              <a:t>=)</a:t>
            </a:r>
          </a:p>
          <a:p>
            <a:pPr eaLnBrk="1" hangingPunct="1">
              <a:spcBef>
                <a:spcPts val="1800"/>
              </a:spcBef>
              <a:defRPr/>
            </a:pPr>
            <a:r>
              <a:rPr lang="en-US" sz="1800" b="1" kern="0" dirty="0">
                <a:latin typeface="Calibri" panose="020F0502020204030204" pitchFamily="34" charset="0"/>
              </a:rPr>
              <a:t>Named value</a:t>
            </a:r>
            <a:r>
              <a:rPr lang="cs-CZ" sz="1800" b="1" kern="0" dirty="0">
                <a:latin typeface="Calibri" panose="020F0502020204030204" pitchFamily="34" charset="0"/>
              </a:rPr>
              <a:t> </a:t>
            </a:r>
            <a:r>
              <a:rPr lang="cs-CZ" sz="1800" b="1" kern="0" dirty="0" err="1">
                <a:latin typeface="Calibri" panose="020F0502020204030204" pitchFamily="34" charset="0"/>
              </a:rPr>
              <a:t>is</a:t>
            </a:r>
            <a:r>
              <a:rPr lang="cs-CZ" sz="1800" b="1" kern="0" dirty="0">
                <a:latin typeface="Calibri" panose="020F0502020204030204" pitchFamily="34" charset="0"/>
              </a:rPr>
              <a:t> </a:t>
            </a:r>
            <a:r>
              <a:rPr lang="cs-CZ" sz="1800" b="1" kern="0" dirty="0" err="1">
                <a:latin typeface="Calibri" panose="020F0502020204030204" pitchFamily="34" charset="0"/>
              </a:rPr>
              <a:t>written</a:t>
            </a:r>
            <a:r>
              <a:rPr lang="cs-CZ" sz="1800" b="1" kern="0" dirty="0">
                <a:latin typeface="Calibri" panose="020F0502020204030204" pitchFamily="34" charset="0"/>
              </a:rPr>
              <a:t> as</a:t>
            </a:r>
            <a:r>
              <a:rPr lang="en-US" sz="1800" b="1" kern="0" dirty="0">
                <a:latin typeface="Calibri" panose="020F0502020204030204" pitchFamily="34" charset="0"/>
              </a:rPr>
              <a:t> </a:t>
            </a:r>
            <a:r>
              <a:rPr lang="cs-CZ" sz="1800" b="1" kern="0" dirty="0">
                <a:latin typeface="Calibri" panose="020F0502020204030204" pitchFamily="34" charset="0"/>
              </a:rPr>
              <a:t>  </a:t>
            </a:r>
            <a:r>
              <a:rPr lang="cs-CZ" sz="1800" b="1" dirty="0"/>
              <a:t>"</a:t>
            </a:r>
            <a:r>
              <a:rPr lang="en-US" sz="1800" b="1" kern="0" dirty="0">
                <a:latin typeface="Calibri" panose="020F0502020204030204" pitchFamily="34" charset="0"/>
              </a:rPr>
              <a:t>name</a:t>
            </a:r>
            <a:r>
              <a:rPr lang="cs-CZ" sz="1800" b="1" dirty="0"/>
              <a:t>"</a:t>
            </a:r>
            <a:r>
              <a:rPr lang="en-US" sz="1800" b="1" kern="0" dirty="0">
                <a:latin typeface="Calibri" panose="020F0502020204030204" pitchFamily="34" charset="0"/>
              </a:rPr>
              <a:t> : value </a:t>
            </a:r>
            <a:r>
              <a:rPr lang="cs-CZ" sz="1800" b="1" kern="0" dirty="0">
                <a:latin typeface="Calibri" panose="020F0502020204030204" pitchFamily="34" charset="0"/>
              </a:rPr>
              <a:t>                                                                        </a:t>
            </a:r>
            <a:r>
              <a:rPr lang="en-US" sz="1800" b="1" kern="0" dirty="0">
                <a:latin typeface="Calibri" panose="020F0502020204030204" pitchFamily="34" charset="0"/>
              </a:rPr>
              <a:t>Or</a:t>
            </a:r>
            <a:r>
              <a:rPr lang="cs-CZ" sz="1800" b="1" kern="0" dirty="0">
                <a:latin typeface="Calibri" panose="020F0502020204030204" pitchFamily="34" charset="0"/>
              </a:rPr>
              <a:t>,</a:t>
            </a:r>
            <a:r>
              <a:rPr lang="en-US" sz="1800" b="1" kern="0" dirty="0">
                <a:latin typeface="Calibri" panose="020F0502020204030204" pitchFamily="34" charset="0"/>
              </a:rPr>
              <a:t> </a:t>
            </a:r>
            <a:r>
              <a:rPr lang="cs-CZ" sz="1800" b="1" kern="0" dirty="0" err="1">
                <a:latin typeface="Calibri" panose="020F0502020204030204" pitchFamily="34" charset="0"/>
              </a:rPr>
              <a:t>if</a:t>
            </a:r>
            <a:r>
              <a:rPr lang="cs-CZ" sz="1800" b="1" kern="0" dirty="0">
                <a:latin typeface="Calibri" panose="020F0502020204030204" pitchFamily="34" charset="0"/>
              </a:rPr>
              <a:t> </a:t>
            </a:r>
            <a:r>
              <a:rPr lang="cs-CZ" sz="1800" b="1" kern="0" dirty="0" err="1">
                <a:latin typeface="Calibri" panose="020F0502020204030204" pitchFamily="34" charset="0"/>
              </a:rPr>
              <a:t>name</a:t>
            </a:r>
            <a:r>
              <a:rPr lang="cs-CZ" sz="1800" b="1" kern="0" dirty="0">
                <a:latin typeface="Calibri" panose="020F0502020204030204" pitchFamily="34" charset="0"/>
              </a:rPr>
              <a:t> </a:t>
            </a:r>
            <a:r>
              <a:rPr lang="cs-CZ" sz="1800" b="1" kern="0" dirty="0" err="1">
                <a:latin typeface="Calibri" panose="020F0502020204030204" pitchFamily="34" charset="0"/>
              </a:rPr>
              <a:t>is</a:t>
            </a:r>
            <a:r>
              <a:rPr lang="cs-CZ" sz="1800" b="1" kern="0" dirty="0">
                <a:latin typeface="Calibri" panose="020F0502020204030204" pitchFamily="34" charset="0"/>
              </a:rPr>
              <a:t> XML </a:t>
            </a:r>
            <a:r>
              <a:rPr lang="cs-CZ" sz="1800" b="1" kern="0" dirty="0" err="1">
                <a:latin typeface="Calibri" panose="020F0502020204030204" pitchFamily="34" charset="0"/>
              </a:rPr>
              <a:t>name</a:t>
            </a:r>
            <a:r>
              <a:rPr lang="cs-CZ" sz="1800" b="1" kern="0" dirty="0">
                <a:latin typeface="Calibri" panose="020F0502020204030204" pitchFamily="34" charset="0"/>
              </a:rPr>
              <a:t> </a:t>
            </a:r>
            <a:r>
              <a:rPr lang="cs-CZ" sz="1800" b="1" kern="0" dirty="0" err="1">
                <a:latin typeface="Calibri" panose="020F0502020204030204" pitchFamily="34" charset="0"/>
              </a:rPr>
              <a:t>format</a:t>
            </a:r>
            <a:r>
              <a:rPr lang="cs-CZ" sz="1800" b="1" kern="0" dirty="0">
                <a:latin typeface="Calibri" panose="020F0502020204030204" pitchFamily="34" charset="0"/>
              </a:rPr>
              <a:t> </a:t>
            </a:r>
            <a:r>
              <a:rPr lang="en-US" sz="1800" b="1" kern="0" dirty="0">
                <a:latin typeface="Calibri" panose="020F0502020204030204" pitchFamily="34" charset="0"/>
              </a:rPr>
              <a:t>quotation marks are omitted and "=" is used instead of ":"</a:t>
            </a:r>
            <a:r>
              <a:rPr lang="cs-CZ" sz="1800" b="1" kern="0" dirty="0">
                <a:latin typeface="Calibri" panose="020F0502020204030204" pitchFamily="34" charset="0"/>
              </a:rPr>
              <a:t>                                                                                                                         </a:t>
            </a:r>
            <a:r>
              <a:rPr lang="en-US" sz="1800" b="1" kern="0" dirty="0">
                <a:latin typeface="Calibri" panose="020F0502020204030204" pitchFamily="34" charset="0"/>
              </a:rPr>
              <a:t>name</a:t>
            </a:r>
            <a:r>
              <a:rPr lang="cs-CZ" sz="1800" b="1" kern="0" dirty="0">
                <a:latin typeface="Calibri" panose="020F0502020204030204" pitchFamily="34" charset="0"/>
              </a:rPr>
              <a:t> </a:t>
            </a:r>
            <a:r>
              <a:rPr lang="en-US" sz="1800" b="1" kern="0" dirty="0">
                <a:latin typeface="Calibri" panose="020F0502020204030204" pitchFamily="34" charset="0"/>
              </a:rPr>
              <a:t>=</a:t>
            </a:r>
            <a:r>
              <a:rPr lang="cs-CZ" sz="1800" b="1" kern="0" dirty="0">
                <a:latin typeface="Calibri" panose="020F0502020204030204" pitchFamily="34" charset="0"/>
              </a:rPr>
              <a:t> </a:t>
            </a:r>
            <a:r>
              <a:rPr lang="en-US" sz="1800" b="1" kern="0" dirty="0">
                <a:latin typeface="Calibri" panose="020F0502020204030204" pitchFamily="34" charset="0"/>
              </a:rPr>
              <a:t>value</a:t>
            </a:r>
          </a:p>
          <a:p>
            <a:pPr algn="just" eaLnBrk="1" hangingPunct="1">
              <a:spcBef>
                <a:spcPts val="1800"/>
              </a:spcBef>
              <a:defRPr/>
            </a:pPr>
            <a:r>
              <a:rPr lang="en-US" sz="1800" b="1" kern="0" dirty="0">
                <a:latin typeface="Calibri" panose="020F0502020204030204" pitchFamily="34" charset="0"/>
              </a:rPr>
              <a:t>Array		[ item</a:t>
            </a:r>
            <a:r>
              <a:rPr lang="cs-CZ" sz="1800" b="1" kern="0" dirty="0">
                <a:latin typeface="Calibri" panose="020F0502020204030204" pitchFamily="34" charset="0"/>
              </a:rPr>
              <a:t> , </a:t>
            </a:r>
            <a:r>
              <a:rPr lang="en-US" sz="1800" b="1" kern="0" dirty="0">
                <a:latin typeface="Calibri" panose="020F0502020204030204" pitchFamily="34" charset="0"/>
              </a:rPr>
              <a:t>… ]</a:t>
            </a:r>
            <a:r>
              <a:rPr lang="cs-CZ" sz="1800" b="1" kern="0" dirty="0">
                <a:latin typeface="Calibri" panose="020F0502020204030204" pitchFamily="34" charset="0"/>
              </a:rPr>
              <a:t>   </a:t>
            </a:r>
            <a:r>
              <a:rPr lang="en-US" sz="1800" b="1" kern="0" dirty="0">
                <a:latin typeface="Calibri" panose="020F0502020204030204" pitchFamily="34" charset="0"/>
              </a:rPr>
              <a:t>(array can be empty)</a:t>
            </a:r>
          </a:p>
          <a:p>
            <a:pPr algn="just" eaLnBrk="1" hangingPunct="1">
              <a:spcBef>
                <a:spcPts val="1800"/>
              </a:spcBef>
              <a:defRPr/>
            </a:pPr>
            <a:r>
              <a:rPr lang="en-US" sz="1800" b="1" kern="0" dirty="0">
                <a:latin typeface="Calibri" panose="020F0502020204030204" pitchFamily="34" charset="0"/>
              </a:rPr>
              <a:t>Map		{ named</a:t>
            </a:r>
            <a:r>
              <a:rPr lang="cs-CZ" sz="1800" b="1" kern="0" dirty="0">
                <a:latin typeface="Calibri" panose="020F0502020204030204" pitchFamily="34" charset="0"/>
              </a:rPr>
              <a:t> </a:t>
            </a:r>
            <a:r>
              <a:rPr lang="en-US" sz="1800" b="1" kern="0" dirty="0">
                <a:latin typeface="Calibri" panose="020F0502020204030204" pitchFamily="34" charset="0"/>
              </a:rPr>
              <a:t>value</a:t>
            </a:r>
            <a:r>
              <a:rPr lang="cs-CZ" sz="1800" b="1" kern="0" dirty="0">
                <a:latin typeface="Calibri" panose="020F0502020204030204" pitchFamily="34" charset="0"/>
              </a:rPr>
              <a:t>, … </a:t>
            </a:r>
            <a:r>
              <a:rPr lang="en-US" sz="1800" b="1" kern="0" dirty="0">
                <a:latin typeface="Calibri" panose="020F0502020204030204" pitchFamily="34" charset="0"/>
              </a:rPr>
              <a:t>}</a:t>
            </a:r>
            <a:r>
              <a:rPr lang="cs-CZ" sz="1800" b="1" kern="0" dirty="0">
                <a:latin typeface="Calibri" panose="020F0502020204030204" pitchFamily="34" charset="0"/>
              </a:rPr>
              <a:t>	</a:t>
            </a:r>
            <a:r>
              <a:rPr lang="en-US" sz="1800" b="1" kern="0" dirty="0">
                <a:latin typeface="Calibri" panose="020F0502020204030204" pitchFamily="34" charset="0"/>
              </a:rPr>
              <a:t>(map can be empty)</a:t>
            </a:r>
            <a:endParaRPr lang="cs-CZ" sz="1800" b="1" kern="0" dirty="0">
              <a:latin typeface="Calibri" panose="020F0502020204030204" pitchFamily="34" charset="0"/>
            </a:endParaRPr>
          </a:p>
        </p:txBody>
      </p:sp>
      <p:cxnSp>
        <p:nvCxnSpPr>
          <p:cNvPr id="5" name="Přímá spojnice 4"/>
          <p:cNvCxnSpPr/>
          <p:nvPr/>
        </p:nvCxnSpPr>
        <p:spPr bwMode="auto">
          <a:xfrm>
            <a:off x="804863" y="6309320"/>
            <a:ext cx="7561262" cy="0"/>
          </a:xfrm>
          <a:prstGeom prst="line">
            <a:avLst/>
          </a:prstGeom>
          <a:ln w="158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7174" name="Zástupný symbol pro číslo snímku 12"/>
          <p:cNvSpPr>
            <a:spLocks noGrp="1"/>
          </p:cNvSpPr>
          <p:nvPr>
            <p:ph type="sldNum" sz="quarter" idx="11"/>
          </p:nvPr>
        </p:nvSpPr>
        <p:spPr>
          <a:noFill/>
        </p:spPr>
        <p:txBody>
          <a:bodyPr/>
          <a:lstStyle/>
          <a:p>
            <a:fld id="{3FD4A6DE-255A-4C0E-A52E-71B2D7B9E259}" type="slidenum">
              <a:rPr lang="cs-CZ" altLang="cs-CZ">
                <a:latin typeface="Calibri" pitchFamily="34" charset="0"/>
              </a:rPr>
              <a:pPr/>
              <a:t>12</a:t>
            </a:fld>
            <a:endParaRPr lang="cs-CZ" altLang="cs-CZ" dirty="0">
              <a:latin typeface="Calibri" pitchFamily="34" charset="0"/>
            </a:endParaRPr>
          </a:p>
        </p:txBody>
      </p:sp>
    </p:spTree>
    <p:extLst>
      <p:ext uri="{BB962C8B-B14F-4D97-AF65-F5344CB8AC3E}">
        <p14:creationId xmlns:p14="http://schemas.microsoft.com/office/powerpoint/2010/main" val="3488693637"/>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Zástupný symbol pro zápatí 11"/>
          <p:cNvSpPr>
            <a:spLocks noGrp="1"/>
          </p:cNvSpPr>
          <p:nvPr>
            <p:ph type="ftr" sz="quarter" idx="10"/>
          </p:nvPr>
        </p:nvSpPr>
        <p:spPr/>
        <p:txBody>
          <a:bodyPr/>
          <a:lstStyle/>
          <a:p>
            <a:pPr>
              <a:defRPr/>
            </a:pPr>
            <a:r>
              <a:rPr lang="cs-CZ" b="1" kern="0" dirty="0">
                <a:solidFill>
                  <a:srgbClr val="CA0383"/>
                </a:solidFill>
                <a:latin typeface="Calibri" panose="020F0502020204030204" pitchFamily="34" charset="0"/>
              </a:rPr>
              <a:t>www.syntea.cz</a:t>
            </a:r>
          </a:p>
        </p:txBody>
      </p:sp>
      <p:sp>
        <p:nvSpPr>
          <p:cNvPr id="10" name="Rectangle 3"/>
          <p:cNvSpPr txBox="1">
            <a:spLocks noChangeArrowheads="1"/>
          </p:cNvSpPr>
          <p:nvPr/>
        </p:nvSpPr>
        <p:spPr bwMode="auto">
          <a:xfrm>
            <a:off x="818331" y="764704"/>
            <a:ext cx="7858125" cy="642938"/>
          </a:xfrm>
          <a:prstGeom prst="rect">
            <a:avLst/>
          </a:prstGeom>
          <a:noFill/>
          <a:ln w="9525">
            <a:noFill/>
            <a:miter lim="800000"/>
            <a:headEnd/>
            <a:tailEnd/>
          </a:ln>
          <a:effectLst/>
        </p:spPr>
        <p:txBody>
          <a:bodyPr lIns="36000" tIns="0" rIns="36000" bIns="36000"/>
          <a:lstStyle/>
          <a:p>
            <a:pPr eaLnBrk="1" hangingPunct="1">
              <a:lnSpc>
                <a:spcPct val="120000"/>
              </a:lnSpc>
              <a:spcBef>
                <a:spcPct val="20000"/>
              </a:spcBef>
              <a:buFont typeface="Wingdings" pitchFamily="2" charset="2"/>
              <a:buNone/>
              <a:defRPr/>
            </a:pPr>
            <a:r>
              <a:rPr lang="cs-CZ" sz="3600" b="1" kern="0" dirty="0">
                <a:solidFill>
                  <a:srgbClr val="CA0383"/>
                </a:solidFill>
                <a:latin typeface="Calibri" panose="020F0502020204030204" pitchFamily="34" charset="0"/>
              </a:rPr>
              <a:t>XON – </a:t>
            </a:r>
            <a:r>
              <a:rPr lang="en-US" sz="3600" b="1" kern="0" dirty="0">
                <a:solidFill>
                  <a:srgbClr val="CA0383"/>
                </a:solidFill>
                <a:latin typeface="Calibri" panose="020F0502020204030204" pitchFamily="34" charset="0"/>
              </a:rPr>
              <a:t>source entry (extension of JSON)</a:t>
            </a:r>
            <a:endParaRPr lang="cs-CZ" sz="3600" b="1" kern="0" dirty="0">
              <a:solidFill>
                <a:srgbClr val="CA0383"/>
              </a:solidFill>
              <a:latin typeface="Calibri" panose="020F0502020204030204" pitchFamily="34" charset="0"/>
            </a:endParaRPr>
          </a:p>
        </p:txBody>
      </p:sp>
      <p:sp>
        <p:nvSpPr>
          <p:cNvPr id="27" name="Rectangle 3"/>
          <p:cNvSpPr txBox="1">
            <a:spLocks noChangeArrowheads="1"/>
          </p:cNvSpPr>
          <p:nvPr/>
        </p:nvSpPr>
        <p:spPr bwMode="auto">
          <a:xfrm>
            <a:off x="913191" y="1412776"/>
            <a:ext cx="8051297" cy="4824536"/>
          </a:xfrm>
          <a:prstGeom prst="rect">
            <a:avLst/>
          </a:prstGeom>
          <a:noFill/>
          <a:ln w="9525">
            <a:noFill/>
            <a:miter lim="800000"/>
            <a:headEnd/>
            <a:tailEnd/>
          </a:ln>
          <a:effectLst/>
        </p:spPr>
        <p:txBody>
          <a:bodyPr lIns="36000" tIns="0" rIns="36000" bIns="36000"/>
          <a:lstStyle/>
          <a:p>
            <a:pPr lvl="0"/>
            <a:r>
              <a:rPr lang="en-US" sz="2000" b="1" dirty="0"/>
              <a:t>If there is no letter after the number, then the type "Double" is automatically added for numbers with a decimal part. For integers, if the value exceeds the Long range, the </a:t>
            </a:r>
            <a:r>
              <a:rPr lang="en-US" sz="2000" b="1" dirty="0" err="1"/>
              <a:t>BigInteger</a:t>
            </a:r>
            <a:r>
              <a:rPr lang="en-US" sz="2000" b="1" dirty="0"/>
              <a:t> type is used, otherwise, the Long type is used.</a:t>
            </a:r>
          </a:p>
          <a:p>
            <a:pPr lvl="0"/>
            <a:endParaRPr lang="en-US" sz="2000" b="1" dirty="0"/>
          </a:p>
          <a:p>
            <a:pPr lvl="0"/>
            <a:r>
              <a:rPr lang="en-US" sz="2000" b="1" dirty="0"/>
              <a:t>If the name of the value in the map conforms to the XML Name format according to the XML specification, it is possible to specify this name without quotes and must follow the "=" character. The last value in an array or map may or may not be followed by a comma.</a:t>
            </a:r>
            <a:endParaRPr lang="cs-CZ" sz="2000" b="1" dirty="0"/>
          </a:p>
          <a:p>
            <a:pPr lvl="0"/>
            <a:endParaRPr lang="en-US" sz="2000" b="1" dirty="0"/>
          </a:p>
          <a:p>
            <a:pPr lvl="0"/>
            <a:r>
              <a:rPr lang="en-US" sz="2000" b="1" dirty="0"/>
              <a:t>Comments between "/*" and "*/" or after the "#" character at the end of the line may be added to the entry.</a:t>
            </a:r>
            <a:endParaRPr lang="cs-CZ" sz="2000" b="1" dirty="0"/>
          </a:p>
          <a:p>
            <a:pPr lvl="0"/>
            <a:endParaRPr lang="en-US" sz="2000" b="1" kern="0" dirty="0">
              <a:latin typeface="Calibri" panose="020F0502020204030204" pitchFamily="34" charset="0"/>
            </a:endParaRPr>
          </a:p>
          <a:p>
            <a:pPr lvl="0"/>
            <a:r>
              <a:rPr lang="en-US" sz="2000" b="1" kern="0" dirty="0">
                <a:latin typeface="Calibri" panose="020F0502020204030204" pitchFamily="34" charset="0"/>
              </a:rPr>
              <a:t>XON data may begin a line with a directive character set name:</a:t>
            </a:r>
          </a:p>
          <a:p>
            <a:pPr lvl="0"/>
            <a:r>
              <a:rPr lang="en-US" sz="2000" b="1" kern="0" dirty="0">
                <a:latin typeface="Calibri" panose="020F0502020204030204" pitchFamily="34" charset="0"/>
              </a:rPr>
              <a:t>%charset="windows-1250"</a:t>
            </a:r>
          </a:p>
          <a:p>
            <a:pPr lvl="0"/>
            <a:r>
              <a:rPr lang="en-US" sz="2000" b="1" kern="0" dirty="0">
                <a:latin typeface="Calibri" panose="020F0502020204030204" pitchFamily="34" charset="0"/>
              </a:rPr>
              <a:t>UTF-8 is default, then directive is optional.</a:t>
            </a:r>
          </a:p>
          <a:p>
            <a:pPr lvl="0"/>
            <a:endParaRPr lang="cs-CZ" sz="2000" b="1" kern="0" dirty="0">
              <a:latin typeface="Calibri" panose="020F0502020204030204" pitchFamily="34" charset="0"/>
            </a:endParaRPr>
          </a:p>
        </p:txBody>
      </p:sp>
      <p:cxnSp>
        <p:nvCxnSpPr>
          <p:cNvPr id="5" name="Přímá spojnice 4"/>
          <p:cNvCxnSpPr/>
          <p:nvPr/>
        </p:nvCxnSpPr>
        <p:spPr bwMode="auto">
          <a:xfrm>
            <a:off x="804863" y="6309320"/>
            <a:ext cx="7561262" cy="0"/>
          </a:xfrm>
          <a:prstGeom prst="line">
            <a:avLst/>
          </a:prstGeom>
          <a:ln w="158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7174" name="Zástupný symbol pro číslo snímku 12"/>
          <p:cNvSpPr>
            <a:spLocks noGrp="1"/>
          </p:cNvSpPr>
          <p:nvPr>
            <p:ph type="sldNum" sz="quarter" idx="11"/>
          </p:nvPr>
        </p:nvSpPr>
        <p:spPr>
          <a:noFill/>
        </p:spPr>
        <p:txBody>
          <a:bodyPr/>
          <a:lstStyle/>
          <a:p>
            <a:fld id="{3FD4A6DE-255A-4C0E-A52E-71B2D7B9E259}" type="slidenum">
              <a:rPr lang="cs-CZ" altLang="cs-CZ">
                <a:latin typeface="Calibri" pitchFamily="34" charset="0"/>
              </a:rPr>
              <a:pPr/>
              <a:t>13</a:t>
            </a:fld>
            <a:endParaRPr lang="cs-CZ" altLang="cs-CZ" dirty="0">
              <a:latin typeface="Calibri" pitchFamily="34" charset="0"/>
            </a:endParaRPr>
          </a:p>
        </p:txBody>
      </p:sp>
    </p:spTree>
    <p:extLst>
      <p:ext uri="{BB962C8B-B14F-4D97-AF65-F5344CB8AC3E}">
        <p14:creationId xmlns:p14="http://schemas.microsoft.com/office/powerpoint/2010/main" val="3879857019"/>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Zástupný symbol pro zápatí 11"/>
          <p:cNvSpPr>
            <a:spLocks noGrp="1"/>
          </p:cNvSpPr>
          <p:nvPr>
            <p:ph type="ftr" sz="quarter" idx="10"/>
          </p:nvPr>
        </p:nvSpPr>
        <p:spPr/>
        <p:txBody>
          <a:bodyPr/>
          <a:lstStyle/>
          <a:p>
            <a:pPr>
              <a:defRPr/>
            </a:pPr>
            <a:r>
              <a:rPr lang="cs-CZ" b="1" kern="0" dirty="0">
                <a:solidFill>
                  <a:srgbClr val="CA0383"/>
                </a:solidFill>
                <a:latin typeface="Calibri" panose="020F0502020204030204" pitchFamily="34" charset="0"/>
              </a:rPr>
              <a:t>www.syntea.cz</a:t>
            </a:r>
          </a:p>
        </p:txBody>
      </p:sp>
      <p:sp>
        <p:nvSpPr>
          <p:cNvPr id="10" name="Rectangle 3"/>
          <p:cNvSpPr txBox="1">
            <a:spLocks noChangeArrowheads="1"/>
          </p:cNvSpPr>
          <p:nvPr/>
        </p:nvSpPr>
        <p:spPr bwMode="auto">
          <a:xfrm>
            <a:off x="818331" y="913854"/>
            <a:ext cx="7858125" cy="642938"/>
          </a:xfrm>
          <a:prstGeom prst="rect">
            <a:avLst/>
          </a:prstGeom>
          <a:noFill/>
          <a:ln w="9525">
            <a:noFill/>
            <a:miter lim="800000"/>
            <a:headEnd/>
            <a:tailEnd/>
          </a:ln>
          <a:effectLst/>
        </p:spPr>
        <p:txBody>
          <a:bodyPr lIns="36000" tIns="0" rIns="36000" bIns="36000"/>
          <a:lstStyle/>
          <a:p>
            <a:pPr eaLnBrk="1" hangingPunct="1">
              <a:lnSpc>
                <a:spcPct val="120000"/>
              </a:lnSpc>
              <a:spcBef>
                <a:spcPct val="20000"/>
              </a:spcBef>
              <a:buFont typeface="Wingdings" pitchFamily="2" charset="2"/>
              <a:buNone/>
              <a:defRPr/>
            </a:pPr>
            <a:r>
              <a:rPr lang="cs-CZ" sz="3600" b="1" kern="0" dirty="0">
                <a:solidFill>
                  <a:srgbClr val="CA0383"/>
                </a:solidFill>
                <a:latin typeface="Calibri" panose="020F0502020204030204" pitchFamily="34" charset="0"/>
              </a:rPr>
              <a:t>XON – </a:t>
            </a:r>
            <a:r>
              <a:rPr lang="en-US" sz="3600" b="1" kern="0" dirty="0">
                <a:solidFill>
                  <a:srgbClr val="CA0383"/>
                </a:solidFill>
                <a:latin typeface="Calibri" panose="020F0502020204030204" pitchFamily="34" charset="0"/>
              </a:rPr>
              <a:t>sample</a:t>
            </a:r>
            <a:endParaRPr lang="cs-CZ" sz="3600" b="1" kern="0" dirty="0">
              <a:solidFill>
                <a:srgbClr val="CA0383"/>
              </a:solidFill>
              <a:latin typeface="Calibri" panose="020F0502020204030204" pitchFamily="34" charset="0"/>
            </a:endParaRPr>
          </a:p>
        </p:txBody>
      </p:sp>
      <p:sp>
        <p:nvSpPr>
          <p:cNvPr id="27" name="Rectangle 3"/>
          <p:cNvSpPr txBox="1">
            <a:spLocks noChangeArrowheads="1"/>
          </p:cNvSpPr>
          <p:nvPr/>
        </p:nvSpPr>
        <p:spPr bwMode="auto">
          <a:xfrm>
            <a:off x="913191" y="1628800"/>
            <a:ext cx="8051297" cy="4680520"/>
          </a:xfrm>
          <a:prstGeom prst="rect">
            <a:avLst/>
          </a:prstGeom>
          <a:noFill/>
          <a:ln w="9525">
            <a:noFill/>
            <a:miter lim="800000"/>
            <a:headEnd/>
            <a:tailEnd/>
          </a:ln>
          <a:effectLst/>
        </p:spPr>
        <p:txBody>
          <a:bodyPr lIns="36000" tIns="0" rIns="36000" bIns="36000"/>
          <a:lstStyle/>
          <a:p>
            <a:r>
              <a:rPr lang="en-US" sz="1800" b="1" dirty="0">
                <a:latin typeface="Consolas" panose="020B0609020204030204" pitchFamily="49" charset="0"/>
              </a:rPr>
              <a:t>%charset="</a:t>
            </a:r>
            <a:r>
              <a:rPr lang="cs-CZ" sz="1800" b="1" dirty="0">
                <a:latin typeface="Consolas" panose="020B0609020204030204" pitchFamily="49" charset="0"/>
              </a:rPr>
              <a:t>ISO8859-2</a:t>
            </a:r>
            <a:r>
              <a:rPr lang="en-US" sz="1800" b="1" dirty="0">
                <a:latin typeface="Consolas" panose="020B0609020204030204" pitchFamily="49" charset="0"/>
              </a:rPr>
              <a:t>"</a:t>
            </a:r>
          </a:p>
          <a:p>
            <a:r>
              <a:rPr lang="en-US" sz="1800" b="1" dirty="0">
                <a:latin typeface="Consolas" panose="020B0609020204030204" pitchFamily="49" charset="0"/>
              </a:rPr>
              <a:t>[</a:t>
            </a:r>
            <a:endParaRPr lang="cs-CZ" sz="1800" dirty="0">
              <a:latin typeface="Consolas" panose="020B0609020204030204" pitchFamily="49" charset="0"/>
            </a:endParaRPr>
          </a:p>
          <a:p>
            <a:r>
              <a:rPr lang="cs-CZ" sz="1800" b="1" dirty="0">
                <a:latin typeface="Consolas" panose="020B0609020204030204" pitchFamily="49" charset="0"/>
              </a:rPr>
              <a:t>  { </a:t>
            </a:r>
            <a:r>
              <a:rPr lang="en-US" sz="1800" b="1" dirty="0">
                <a:latin typeface="Consolas" panose="020B0609020204030204" pitchFamily="49" charset="0"/>
              </a:rPr>
              <a:t> </a:t>
            </a:r>
            <a:r>
              <a:rPr lang="cs-CZ" sz="1800" b="1" dirty="0">
                <a:latin typeface="Consolas" panose="020B0609020204030204" pitchFamily="49" charset="0"/>
              </a:rPr>
              <a:t>a </a:t>
            </a:r>
            <a:r>
              <a:rPr lang="en-US" sz="1800" b="1" dirty="0">
                <a:latin typeface="Consolas" panose="020B0609020204030204" pitchFamily="49" charset="0"/>
              </a:rPr>
              <a:t>=</a:t>
            </a:r>
            <a:r>
              <a:rPr lang="cs-CZ" sz="1800" b="1" dirty="0">
                <a:latin typeface="Consolas" panose="020B0609020204030204" pitchFamily="49" charset="0"/>
              </a:rPr>
              <a:t> 1S,                 /* </a:t>
            </a:r>
            <a:r>
              <a:rPr lang="cs-CZ" sz="1800" b="1" dirty="0" err="1">
                <a:latin typeface="Consolas" panose="020B0609020204030204" pitchFamily="49" charset="0"/>
              </a:rPr>
              <a:t>Short</a:t>
            </a:r>
            <a:r>
              <a:rPr lang="cs-CZ" sz="1800" b="1" dirty="0">
                <a:latin typeface="Consolas" panose="020B0609020204030204" pitchFamily="49" charset="0"/>
              </a:rPr>
              <a:t> */</a:t>
            </a:r>
            <a:endParaRPr lang="cs-CZ" sz="1800" dirty="0">
              <a:latin typeface="Consolas" panose="020B0609020204030204" pitchFamily="49" charset="0"/>
            </a:endParaRPr>
          </a:p>
          <a:p>
            <a:r>
              <a:rPr lang="cs-CZ" sz="1800" b="1" dirty="0">
                <a:latin typeface="Consolas" panose="020B0609020204030204" pitchFamily="49" charset="0"/>
              </a:rPr>
              <a:t>    </a:t>
            </a:r>
            <a:r>
              <a:rPr lang="en-US" sz="1800" b="1" dirty="0">
                <a:latin typeface="Consolas" panose="020B0609020204030204" pitchFamily="49" charset="0"/>
              </a:rPr>
              <a:t> </a:t>
            </a:r>
            <a:r>
              <a:rPr lang="cs-CZ" sz="1800" b="1" dirty="0">
                <a:latin typeface="Consolas" panose="020B0609020204030204" pitchFamily="49" charset="0"/>
              </a:rPr>
              <a:t>b </a:t>
            </a:r>
            <a:r>
              <a:rPr lang="en-US" sz="1800" b="1" dirty="0">
                <a:latin typeface="Consolas" panose="020B0609020204030204" pitchFamily="49" charset="0"/>
              </a:rPr>
              <a:t>=</a:t>
            </a:r>
            <a:r>
              <a:rPr lang="cs-CZ" sz="1800" b="1" dirty="0">
                <a:latin typeface="Consolas" panose="020B0609020204030204" pitchFamily="49" charset="0"/>
              </a:rPr>
              <a:t> "ab cd",            /* </a:t>
            </a:r>
            <a:r>
              <a:rPr lang="cs-CZ" sz="1800" b="1" dirty="0" err="1">
                <a:latin typeface="Consolas" panose="020B0609020204030204" pitchFamily="49" charset="0"/>
              </a:rPr>
              <a:t>String</a:t>
            </a:r>
            <a:r>
              <a:rPr lang="cs-CZ" sz="1800" b="1" dirty="0">
                <a:latin typeface="Consolas" panose="020B0609020204030204" pitchFamily="49" charset="0"/>
              </a:rPr>
              <a:t> */</a:t>
            </a:r>
            <a:endParaRPr lang="cs-CZ" sz="1800" dirty="0">
              <a:latin typeface="Consolas" panose="020B0609020204030204" pitchFamily="49" charset="0"/>
            </a:endParaRPr>
          </a:p>
          <a:p>
            <a:r>
              <a:rPr lang="en-US" sz="1800" b="1" dirty="0">
                <a:latin typeface="Consolas" panose="020B0609020204030204" pitchFamily="49" charset="0"/>
              </a:rPr>
              <a:t>     d</a:t>
            </a:r>
            <a:r>
              <a:rPr lang="cs-CZ" sz="1800" b="1" dirty="0">
                <a:latin typeface="Consolas" panose="020B0609020204030204" pitchFamily="49" charset="0"/>
              </a:rPr>
              <a:t> </a:t>
            </a:r>
            <a:r>
              <a:rPr lang="en-US" sz="1800" b="1" dirty="0">
                <a:latin typeface="Consolas" panose="020B0609020204030204" pitchFamily="49" charset="0"/>
              </a:rPr>
              <a:t>=</a:t>
            </a:r>
            <a:r>
              <a:rPr lang="cs-CZ" sz="1800" b="1" dirty="0">
                <a:latin typeface="Consolas" panose="020B0609020204030204" pitchFamily="49" charset="0"/>
              </a:rPr>
              <a:t> -</a:t>
            </a:r>
            <a:r>
              <a:rPr lang="en-US" sz="1800" b="1" dirty="0">
                <a:latin typeface="Consolas" panose="020B0609020204030204" pitchFamily="49" charset="0"/>
              </a:rPr>
              <a:t>INF</a:t>
            </a:r>
            <a:r>
              <a:rPr lang="cs-CZ" sz="1800" b="1" dirty="0">
                <a:latin typeface="Consolas" panose="020B0609020204030204" pitchFamily="49" charset="0"/>
              </a:rPr>
              <a:t>,       </a:t>
            </a:r>
            <a:r>
              <a:rPr lang="en-US" sz="1800" b="1" dirty="0">
                <a:latin typeface="Consolas" panose="020B0609020204030204" pitchFamily="49" charset="0"/>
              </a:rPr>
              <a:t>        </a:t>
            </a:r>
            <a:r>
              <a:rPr lang="cs-CZ" sz="1800" b="1" dirty="0">
                <a:latin typeface="Consolas" panose="020B0609020204030204" pitchFamily="49" charset="0"/>
              </a:rPr>
              <a:t>/* Double</a:t>
            </a:r>
            <a:r>
              <a:rPr lang="en-US" sz="1800" b="1" dirty="0">
                <a:latin typeface="Consolas" panose="020B0609020204030204" pitchFamily="49" charset="0"/>
              </a:rPr>
              <a:t> negative infinity </a:t>
            </a:r>
            <a:r>
              <a:rPr lang="cs-CZ" sz="1800" b="1" dirty="0">
                <a:latin typeface="Consolas" panose="020B0609020204030204" pitchFamily="49" charset="0"/>
              </a:rPr>
              <a:t>*/</a:t>
            </a:r>
            <a:endParaRPr lang="en-US" sz="1800" b="1" dirty="0">
              <a:latin typeface="Consolas" panose="020B0609020204030204" pitchFamily="49" charset="0"/>
            </a:endParaRPr>
          </a:p>
          <a:p>
            <a:r>
              <a:rPr lang="cs-CZ" sz="1800" b="1" dirty="0">
                <a:latin typeface="Consolas" panose="020B0609020204030204" pitchFamily="49" charset="0"/>
              </a:rPr>
              <a:t>    </a:t>
            </a:r>
            <a:r>
              <a:rPr lang="en-US" sz="1800" b="1" dirty="0">
                <a:latin typeface="Consolas" panose="020B0609020204030204" pitchFamily="49" charset="0"/>
              </a:rPr>
              <a:t> e = </a:t>
            </a:r>
            <a:r>
              <a:rPr lang="cs-CZ" sz="1800" b="1" dirty="0" err="1">
                <a:latin typeface="Consolas" panose="020B0609020204030204" pitchFamily="49" charset="0"/>
              </a:rPr>
              <a:t>true</a:t>
            </a:r>
            <a:r>
              <a:rPr lang="cs-CZ" sz="1800" b="1" dirty="0">
                <a:latin typeface="Consolas" panose="020B0609020204030204" pitchFamily="49" charset="0"/>
              </a:rPr>
              <a:t>,               /* </a:t>
            </a:r>
            <a:r>
              <a:rPr lang="cs-CZ" sz="1800" b="1" dirty="0" err="1">
                <a:latin typeface="Consolas" panose="020B0609020204030204" pitchFamily="49" charset="0"/>
              </a:rPr>
              <a:t>Boolean</a:t>
            </a:r>
            <a:r>
              <a:rPr lang="cs-CZ" sz="1800" b="1" dirty="0">
                <a:latin typeface="Consolas" panose="020B0609020204030204" pitchFamily="49" charset="0"/>
              </a:rPr>
              <a:t> */</a:t>
            </a:r>
            <a:endParaRPr lang="cs-CZ" sz="1800" dirty="0">
              <a:latin typeface="Consolas" panose="020B0609020204030204" pitchFamily="49" charset="0"/>
            </a:endParaRPr>
          </a:p>
          <a:p>
            <a:r>
              <a:rPr lang="cs-CZ" sz="1800" b="1" dirty="0">
                <a:latin typeface="Consolas" panose="020B0609020204030204" pitchFamily="49" charset="0"/>
              </a:rPr>
              <a:t>    </a:t>
            </a:r>
            <a:r>
              <a:rPr lang="en-US" sz="1800" b="1" dirty="0">
                <a:latin typeface="Consolas" panose="020B0609020204030204" pitchFamily="49" charset="0"/>
              </a:rPr>
              <a:t> f</a:t>
            </a:r>
            <a:r>
              <a:rPr lang="cs-CZ" sz="1800" b="1" dirty="0">
                <a:latin typeface="Consolas" panose="020B0609020204030204" pitchFamily="49" charset="0"/>
              </a:rPr>
              <a:t> </a:t>
            </a:r>
            <a:r>
              <a:rPr lang="en-US" sz="1800" b="1" dirty="0">
                <a:latin typeface="Consolas" panose="020B0609020204030204" pitchFamily="49" charset="0"/>
              </a:rPr>
              <a:t>=</a:t>
            </a:r>
            <a:r>
              <a:rPr lang="cs-CZ" sz="1800" b="1" dirty="0">
                <a:latin typeface="Consolas" panose="020B0609020204030204" pitchFamily="49" charset="0"/>
              </a:rPr>
              <a:t> P1Y1M1DT1H1M1.12S,  /* </a:t>
            </a:r>
            <a:r>
              <a:rPr lang="cs-CZ" sz="1800" b="1" dirty="0" err="1">
                <a:latin typeface="Consolas" panose="020B0609020204030204" pitchFamily="49" charset="0"/>
              </a:rPr>
              <a:t>Duration</a:t>
            </a:r>
            <a:r>
              <a:rPr lang="cs-CZ" sz="1800" b="1" dirty="0">
                <a:latin typeface="Consolas" panose="020B0609020204030204" pitchFamily="49" charset="0"/>
              </a:rPr>
              <a:t> */</a:t>
            </a:r>
            <a:endParaRPr lang="cs-CZ" sz="1800" dirty="0">
              <a:latin typeface="Consolas" panose="020B0609020204030204" pitchFamily="49" charset="0"/>
            </a:endParaRPr>
          </a:p>
          <a:p>
            <a:r>
              <a:rPr lang="cs-CZ" sz="1800" b="1" dirty="0">
                <a:latin typeface="Consolas" panose="020B0609020204030204" pitchFamily="49" charset="0"/>
              </a:rPr>
              <a:t>    </a:t>
            </a:r>
            <a:r>
              <a:rPr lang="en-US" sz="1800" b="1" dirty="0">
                <a:latin typeface="Consolas" panose="020B0609020204030204" pitchFamily="49" charset="0"/>
              </a:rPr>
              <a:t> g</a:t>
            </a:r>
            <a:r>
              <a:rPr lang="cs-CZ" sz="1800" b="1" dirty="0">
                <a:latin typeface="Consolas" panose="020B0609020204030204" pitchFamily="49" charset="0"/>
              </a:rPr>
              <a:t> </a:t>
            </a:r>
            <a:r>
              <a:rPr lang="en-US" sz="1800" b="1" dirty="0">
                <a:latin typeface="Consolas" panose="020B0609020204030204" pitchFamily="49" charset="0"/>
              </a:rPr>
              <a:t>=</a:t>
            </a:r>
            <a:r>
              <a:rPr lang="cs-CZ" sz="1800" b="1" dirty="0">
                <a:latin typeface="Consolas" panose="020B0609020204030204" pitchFamily="49" charset="0"/>
              </a:rPr>
              <a:t> b(</a:t>
            </a:r>
            <a:r>
              <a:rPr lang="cs-CZ" sz="1800" b="1" dirty="0" err="1">
                <a:latin typeface="Consolas" panose="020B0609020204030204" pitchFamily="49" charset="0"/>
              </a:rPr>
              <a:t>HbRBHbRBHQw</a:t>
            </a:r>
            <a:r>
              <a:rPr lang="cs-CZ" sz="1800" b="1" dirty="0">
                <a:latin typeface="Consolas" panose="020B0609020204030204" pitchFamily="49" charset="0"/>
              </a:rPr>
              <a:t>=),    /* byte </a:t>
            </a:r>
            <a:r>
              <a:rPr lang="cs-CZ" sz="1800" b="1" dirty="0" err="1">
                <a:latin typeface="Consolas" panose="020B0609020204030204" pitchFamily="49" charset="0"/>
              </a:rPr>
              <a:t>array</a:t>
            </a:r>
            <a:r>
              <a:rPr lang="cs-CZ" sz="1800" b="1" dirty="0">
                <a:latin typeface="Consolas" panose="020B0609020204030204" pitchFamily="49" charset="0"/>
              </a:rPr>
              <a:t> */</a:t>
            </a:r>
            <a:endParaRPr lang="en-US" sz="1800" b="1" dirty="0">
              <a:latin typeface="Consolas" panose="020B0609020204030204" pitchFamily="49" charset="0"/>
            </a:endParaRPr>
          </a:p>
          <a:p>
            <a:r>
              <a:rPr lang="en-US" sz="1800" b="1" dirty="0">
                <a:latin typeface="Consolas" panose="020B0609020204030204" pitchFamily="49" charset="0"/>
              </a:rPr>
              <a:t>     h = D2021-06-02,</a:t>
            </a:r>
            <a:r>
              <a:rPr lang="cs-CZ" sz="1800" b="1" dirty="0">
                <a:latin typeface="Consolas" panose="020B0609020204030204" pitchFamily="49" charset="0"/>
              </a:rPr>
              <a:t>     </a:t>
            </a:r>
            <a:r>
              <a:rPr lang="en-US" sz="1800" b="1" dirty="0">
                <a:latin typeface="Consolas" panose="020B0609020204030204" pitchFamily="49" charset="0"/>
              </a:rPr>
              <a:t>   /* datum</a:t>
            </a:r>
            <a:r>
              <a:rPr lang="cs-CZ" sz="1800" b="1" dirty="0">
                <a:latin typeface="Consolas" panose="020B0609020204030204" pitchFamily="49" charset="0"/>
              </a:rPr>
              <a:t> */</a:t>
            </a:r>
            <a:endParaRPr lang="en-US" sz="1800" b="1" dirty="0">
              <a:latin typeface="Consolas" panose="020B0609020204030204" pitchFamily="49" charset="0"/>
            </a:endParaRPr>
          </a:p>
          <a:p>
            <a:r>
              <a:rPr lang="en-US" sz="1800" b="1" dirty="0">
                <a:latin typeface="Consolas" panose="020B0609020204030204" pitchFamily="49" charset="0"/>
              </a:rPr>
              <a:t>     </a:t>
            </a:r>
            <a:r>
              <a:rPr lang="en-US" sz="1800" b="1" dirty="0" err="1">
                <a:latin typeface="Consolas" panose="020B0609020204030204" pitchFamily="49" charset="0"/>
              </a:rPr>
              <a:t>i</a:t>
            </a:r>
            <a:r>
              <a:rPr lang="en-US" sz="1800" b="1" dirty="0">
                <a:latin typeface="Consolas" panose="020B0609020204030204" pitchFamily="49" charset="0"/>
              </a:rPr>
              <a:t> = </a:t>
            </a:r>
            <a:r>
              <a:rPr lang="en-US" sz="1800" b="1" dirty="0" err="1">
                <a:latin typeface="Consolas" panose="020B0609020204030204" pitchFamily="49" charset="0"/>
              </a:rPr>
              <a:t>c"x</a:t>
            </a:r>
            <a:r>
              <a:rPr lang="en-US" sz="1800" b="1" dirty="0">
                <a:latin typeface="Consolas" panose="020B0609020204030204" pitchFamily="49" charset="0"/>
              </a:rPr>
              <a:t>",			/* char */</a:t>
            </a:r>
          </a:p>
          <a:p>
            <a:r>
              <a:rPr lang="en-US" sz="1800" b="1" dirty="0">
                <a:latin typeface="Consolas" panose="020B0609020204030204" pitchFamily="49" charset="0"/>
              </a:rPr>
              <a:t>     "</a:t>
            </a:r>
            <a:r>
              <a:rPr lang="cs-CZ" sz="1800" b="1" dirty="0" err="1">
                <a:latin typeface="Consolas" panose="020B0609020204030204" pitchFamily="49" charset="0"/>
              </a:rPr>
              <a:t>sale</a:t>
            </a:r>
            <a:r>
              <a:rPr lang="en-US" sz="1800" b="1" dirty="0">
                <a:latin typeface="Consolas" panose="020B0609020204030204" pitchFamily="49" charset="0"/>
              </a:rPr>
              <a:t> price" : p(12.50 CZK)</a:t>
            </a:r>
            <a:r>
              <a:rPr lang="cs-CZ" sz="1800" b="1" dirty="0">
                <a:latin typeface="Consolas" panose="020B0609020204030204" pitchFamily="49" charset="0"/>
              </a:rPr>
              <a:t>,</a:t>
            </a:r>
            <a:r>
              <a:rPr lang="en-US" sz="1800" b="1" dirty="0">
                <a:latin typeface="Consolas" panose="020B0609020204030204" pitchFamily="49" charset="0"/>
              </a:rPr>
              <a:t>   /* Price */</a:t>
            </a:r>
            <a:endParaRPr lang="cs-CZ" sz="1800" dirty="0">
              <a:latin typeface="Consolas" panose="020B0609020204030204" pitchFamily="49" charset="0"/>
            </a:endParaRPr>
          </a:p>
          <a:p>
            <a:r>
              <a:rPr lang="cs-CZ" sz="1800" b="1" dirty="0">
                <a:latin typeface="Consolas" panose="020B0609020204030204" pitchFamily="49" charset="0"/>
              </a:rPr>
              <a:t>    </a:t>
            </a:r>
            <a:r>
              <a:rPr lang="en-US" sz="1800" b="1" dirty="0">
                <a:latin typeface="Consolas" panose="020B0609020204030204" pitchFamily="49" charset="0"/>
              </a:rPr>
              <a:t> </a:t>
            </a:r>
            <a:r>
              <a:rPr lang="cs-CZ" sz="1800" b="1" dirty="0" err="1">
                <a:latin typeface="Consolas" panose="020B0609020204030204" pitchFamily="49" charset="0"/>
              </a:rPr>
              <a:t>Towns</a:t>
            </a:r>
            <a:r>
              <a:rPr lang="cs-CZ" sz="1800" b="1" dirty="0">
                <a:latin typeface="Consolas" panose="020B0609020204030204" pitchFamily="49" charset="0"/>
              </a:rPr>
              <a:t> </a:t>
            </a:r>
            <a:r>
              <a:rPr lang="en-US" sz="1800" b="1" dirty="0">
                <a:latin typeface="Consolas" panose="020B0609020204030204" pitchFamily="49" charset="0"/>
              </a:rPr>
              <a:t>=</a:t>
            </a:r>
            <a:r>
              <a:rPr lang="cs-CZ" sz="1800" b="1" dirty="0">
                <a:latin typeface="Consolas" panose="020B0609020204030204" pitchFamily="49" charset="0"/>
              </a:rPr>
              <a:t> [ </a:t>
            </a:r>
            <a:r>
              <a:rPr lang="en-US" sz="1800" b="1" dirty="0">
                <a:latin typeface="Consolas" panose="020B0609020204030204" pitchFamily="49" charset="0"/>
              </a:rPr>
              <a:t>#</a:t>
            </a:r>
            <a:r>
              <a:rPr lang="cs-CZ" sz="1800" b="1" dirty="0">
                <a:latin typeface="Consolas" panose="020B0609020204030204" pitchFamily="49" charset="0"/>
              </a:rPr>
              <a:t> </a:t>
            </a:r>
            <a:r>
              <a:rPr lang="cs-CZ" sz="1800" b="1" dirty="0" err="1">
                <a:latin typeface="Consolas" panose="020B0609020204030204" pitchFamily="49" charset="0"/>
              </a:rPr>
              <a:t>array</a:t>
            </a:r>
            <a:r>
              <a:rPr lang="cs-CZ" sz="1800" b="1" dirty="0">
                <a:latin typeface="Consolas" panose="020B0609020204030204" pitchFamily="49" charset="0"/>
              </a:rPr>
              <a:t> </a:t>
            </a:r>
            <a:r>
              <a:rPr lang="cs-CZ" sz="1800" b="1" dirty="0" err="1">
                <a:latin typeface="Consolas" panose="020B0609020204030204" pitchFamily="49" charset="0"/>
              </a:rPr>
              <a:t>with</a:t>
            </a:r>
            <a:r>
              <a:rPr lang="cs-CZ" sz="1800" b="1" dirty="0">
                <a:latin typeface="Consolas" panose="020B0609020204030204" pitchFamily="49" charset="0"/>
              </a:rPr>
              <a:t> GPS </a:t>
            </a:r>
            <a:r>
              <a:rPr lang="cs-CZ" sz="1800" b="1" dirty="0" err="1">
                <a:latin typeface="Consolas" panose="020B0609020204030204" pitchFamily="49" charset="0"/>
              </a:rPr>
              <a:t>locations</a:t>
            </a:r>
            <a:r>
              <a:rPr lang="cs-CZ" sz="1800" b="1" dirty="0">
                <a:latin typeface="Consolas" panose="020B0609020204030204" pitchFamily="49" charset="0"/>
              </a:rPr>
              <a:t> </a:t>
            </a:r>
            <a:r>
              <a:rPr lang="cs-CZ" sz="1800" b="1" dirty="0" err="1">
                <a:latin typeface="Consolas" panose="020B0609020204030204" pitchFamily="49" charset="0"/>
              </a:rPr>
              <a:t>of</a:t>
            </a:r>
            <a:r>
              <a:rPr lang="cs-CZ" sz="1800" b="1" dirty="0">
                <a:latin typeface="Consolas" panose="020B0609020204030204" pitchFamily="49" charset="0"/>
              </a:rPr>
              <a:t> </a:t>
            </a:r>
            <a:r>
              <a:rPr lang="cs-CZ" sz="1800" b="1" dirty="0" err="1">
                <a:latin typeface="Consolas" panose="020B0609020204030204" pitchFamily="49" charset="0"/>
              </a:rPr>
              <a:t>towns</a:t>
            </a:r>
            <a:endParaRPr lang="cs-CZ" sz="1800" dirty="0">
              <a:latin typeface="Consolas" panose="020B0609020204030204" pitchFamily="49" charset="0"/>
            </a:endParaRPr>
          </a:p>
          <a:p>
            <a:r>
              <a:rPr lang="cs-CZ" sz="1800" b="1" dirty="0">
                <a:latin typeface="Consolas" panose="020B0609020204030204" pitchFamily="49" charset="0"/>
              </a:rPr>
              <a:t>      </a:t>
            </a:r>
            <a:r>
              <a:rPr lang="en-US" sz="1800" b="1" dirty="0">
                <a:latin typeface="Consolas" panose="020B0609020204030204" pitchFamily="49" charset="0"/>
              </a:rPr>
              <a:t>    </a:t>
            </a:r>
            <a:r>
              <a:rPr lang="cs-CZ" sz="1800" b="1" dirty="0">
                <a:latin typeface="Consolas" panose="020B0609020204030204" pitchFamily="49" charset="0"/>
              </a:rPr>
              <a:t>g(48.2, 16.37, 151, </a:t>
            </a:r>
            <a:r>
              <a:rPr lang="cs-CZ" sz="1800" b="1" dirty="0" err="1">
                <a:latin typeface="Consolas" panose="020B0609020204030204" pitchFamily="49" charset="0"/>
              </a:rPr>
              <a:t>Wien</a:t>
            </a:r>
            <a:r>
              <a:rPr lang="cs-CZ" sz="1800" b="1" dirty="0">
                <a:latin typeface="Consolas" panose="020B0609020204030204" pitchFamily="49" charset="0"/>
              </a:rPr>
              <a:t>),</a:t>
            </a:r>
            <a:endParaRPr lang="cs-CZ" sz="1800" dirty="0">
              <a:latin typeface="Consolas" panose="020B0609020204030204" pitchFamily="49" charset="0"/>
            </a:endParaRPr>
          </a:p>
          <a:p>
            <a:r>
              <a:rPr lang="cs-CZ" sz="1800" b="1" dirty="0">
                <a:latin typeface="Consolas" panose="020B0609020204030204" pitchFamily="49" charset="0"/>
              </a:rPr>
              <a:t>      </a:t>
            </a:r>
            <a:r>
              <a:rPr lang="en-US" sz="1800" b="1" dirty="0">
                <a:latin typeface="Consolas" panose="020B0609020204030204" pitchFamily="49" charset="0"/>
              </a:rPr>
              <a:t>    </a:t>
            </a:r>
            <a:r>
              <a:rPr lang="cs-CZ" sz="1800" b="1" dirty="0">
                <a:latin typeface="Consolas" panose="020B0609020204030204" pitchFamily="49" charset="0"/>
              </a:rPr>
              <a:t>g(50.08, 14.42, 399, "Praha (centrum)")</a:t>
            </a:r>
            <a:endParaRPr lang="cs-CZ" sz="1800" dirty="0">
              <a:latin typeface="Consolas" panose="020B0609020204030204" pitchFamily="49" charset="0"/>
            </a:endParaRPr>
          </a:p>
          <a:p>
            <a:r>
              <a:rPr lang="en-US" sz="1800" b="1" dirty="0">
                <a:latin typeface="Consolas" panose="020B0609020204030204" pitchFamily="49" charset="0"/>
              </a:rPr>
              <a:t>     </a:t>
            </a:r>
            <a:r>
              <a:rPr lang="cs-CZ" sz="1800" b="1" dirty="0">
                <a:latin typeface="Consolas" panose="020B0609020204030204" pitchFamily="49" charset="0"/>
              </a:rPr>
              <a:t>]</a:t>
            </a:r>
          </a:p>
          <a:p>
            <a:r>
              <a:rPr lang="cs-CZ" sz="1800" b="1" dirty="0">
                <a:latin typeface="Consolas" panose="020B0609020204030204" pitchFamily="49" charset="0"/>
              </a:rPr>
              <a:t>  </a:t>
            </a:r>
            <a:r>
              <a:rPr lang="en-US" sz="1800" b="1" dirty="0">
                <a:latin typeface="Consolas" panose="020B0609020204030204" pitchFamily="49" charset="0"/>
              </a:rPr>
              <a:t>},</a:t>
            </a:r>
          </a:p>
          <a:p>
            <a:r>
              <a:rPr lang="en-US" sz="1800" b="1" dirty="0">
                <a:latin typeface="Consolas" panose="020B0609020204030204" pitchFamily="49" charset="0"/>
              </a:rPr>
              <a:t>]</a:t>
            </a:r>
            <a:endParaRPr lang="cs-CZ" sz="1800" dirty="0">
              <a:latin typeface="Consolas" panose="020B0609020204030204" pitchFamily="49" charset="0"/>
            </a:endParaRPr>
          </a:p>
        </p:txBody>
      </p:sp>
      <p:cxnSp>
        <p:nvCxnSpPr>
          <p:cNvPr id="5" name="Přímá spojnice 4"/>
          <p:cNvCxnSpPr/>
          <p:nvPr/>
        </p:nvCxnSpPr>
        <p:spPr bwMode="auto">
          <a:xfrm>
            <a:off x="804863" y="6309320"/>
            <a:ext cx="7561262" cy="0"/>
          </a:xfrm>
          <a:prstGeom prst="line">
            <a:avLst/>
          </a:prstGeom>
          <a:ln w="158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7174" name="Zástupný symbol pro číslo snímku 12"/>
          <p:cNvSpPr>
            <a:spLocks noGrp="1"/>
          </p:cNvSpPr>
          <p:nvPr>
            <p:ph type="sldNum" sz="quarter" idx="11"/>
          </p:nvPr>
        </p:nvSpPr>
        <p:spPr>
          <a:noFill/>
        </p:spPr>
        <p:txBody>
          <a:bodyPr/>
          <a:lstStyle/>
          <a:p>
            <a:fld id="{3FD4A6DE-255A-4C0E-A52E-71B2D7B9E259}" type="slidenum">
              <a:rPr lang="cs-CZ" altLang="cs-CZ">
                <a:latin typeface="Calibri" pitchFamily="34" charset="0"/>
              </a:rPr>
              <a:pPr/>
              <a:t>14</a:t>
            </a:fld>
            <a:endParaRPr lang="cs-CZ" altLang="cs-CZ" dirty="0">
              <a:latin typeface="Calibri" pitchFamily="34" charset="0"/>
            </a:endParaRPr>
          </a:p>
        </p:txBody>
      </p:sp>
    </p:spTree>
    <p:extLst>
      <p:ext uri="{BB962C8B-B14F-4D97-AF65-F5344CB8AC3E}">
        <p14:creationId xmlns:p14="http://schemas.microsoft.com/office/powerpoint/2010/main" val="2041387898"/>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Zástupný symbol pro zápatí 11"/>
          <p:cNvSpPr>
            <a:spLocks noGrp="1"/>
          </p:cNvSpPr>
          <p:nvPr>
            <p:ph type="ftr" sz="quarter" idx="10"/>
          </p:nvPr>
        </p:nvSpPr>
        <p:spPr/>
        <p:txBody>
          <a:bodyPr/>
          <a:lstStyle/>
          <a:p>
            <a:pPr>
              <a:defRPr/>
            </a:pPr>
            <a:r>
              <a:rPr lang="cs-CZ" b="1" kern="0" dirty="0">
                <a:solidFill>
                  <a:srgbClr val="CA0383"/>
                </a:solidFill>
                <a:latin typeface="Calibri" panose="020F0502020204030204" pitchFamily="34" charset="0"/>
              </a:rPr>
              <a:t>www.syntea.cz</a:t>
            </a:r>
          </a:p>
        </p:txBody>
      </p:sp>
      <p:sp>
        <p:nvSpPr>
          <p:cNvPr id="10" name="Rectangle 3"/>
          <p:cNvSpPr txBox="1">
            <a:spLocks noChangeArrowheads="1"/>
          </p:cNvSpPr>
          <p:nvPr/>
        </p:nvSpPr>
        <p:spPr bwMode="auto">
          <a:xfrm>
            <a:off x="818331" y="913854"/>
            <a:ext cx="7858125" cy="642938"/>
          </a:xfrm>
          <a:prstGeom prst="rect">
            <a:avLst/>
          </a:prstGeom>
          <a:noFill/>
          <a:ln w="9525">
            <a:noFill/>
            <a:miter lim="800000"/>
            <a:headEnd/>
            <a:tailEnd/>
          </a:ln>
          <a:effectLst/>
        </p:spPr>
        <p:txBody>
          <a:bodyPr lIns="36000" tIns="0" rIns="36000" bIns="36000"/>
          <a:lstStyle/>
          <a:p>
            <a:pPr eaLnBrk="1" hangingPunct="1">
              <a:lnSpc>
                <a:spcPct val="120000"/>
              </a:lnSpc>
              <a:spcBef>
                <a:spcPct val="20000"/>
              </a:spcBef>
              <a:buFont typeface="Wingdings" pitchFamily="2" charset="2"/>
              <a:buNone/>
              <a:defRPr/>
            </a:pPr>
            <a:r>
              <a:rPr lang="cs-CZ" sz="3600" b="1" kern="0" dirty="0">
                <a:solidFill>
                  <a:srgbClr val="CA0383"/>
                </a:solidFill>
                <a:latin typeface="Calibri" panose="020F0502020204030204" pitchFamily="34" charset="0"/>
              </a:rPr>
              <a:t>XON – </a:t>
            </a:r>
            <a:r>
              <a:rPr lang="en-US" sz="3600" b="1" kern="0" dirty="0">
                <a:solidFill>
                  <a:srgbClr val="CA0383"/>
                </a:solidFill>
                <a:latin typeface="Calibri" panose="020F0502020204030204" pitchFamily="34" charset="0"/>
              </a:rPr>
              <a:t>X-definition of sample</a:t>
            </a:r>
            <a:endParaRPr lang="cs-CZ" sz="3600" b="1" kern="0" dirty="0">
              <a:solidFill>
                <a:srgbClr val="CA0383"/>
              </a:solidFill>
              <a:latin typeface="Calibri" panose="020F0502020204030204" pitchFamily="34" charset="0"/>
            </a:endParaRPr>
          </a:p>
        </p:txBody>
      </p:sp>
      <p:sp>
        <p:nvSpPr>
          <p:cNvPr id="27" name="Rectangle 3"/>
          <p:cNvSpPr txBox="1">
            <a:spLocks noChangeArrowheads="1"/>
          </p:cNvSpPr>
          <p:nvPr/>
        </p:nvSpPr>
        <p:spPr bwMode="auto">
          <a:xfrm>
            <a:off x="913191" y="1628800"/>
            <a:ext cx="8051297" cy="4536503"/>
          </a:xfrm>
          <a:prstGeom prst="rect">
            <a:avLst/>
          </a:prstGeom>
          <a:noFill/>
          <a:ln w="9525">
            <a:noFill/>
            <a:miter lim="800000"/>
            <a:headEnd/>
            <a:tailEnd/>
          </a:ln>
          <a:effectLst/>
        </p:spPr>
        <p:txBody>
          <a:bodyPr lIns="36000" tIns="0" rIns="36000" bIns="36000"/>
          <a:lstStyle/>
          <a:p>
            <a:r>
              <a:rPr lang="en-US" sz="1600" b="1" dirty="0">
                <a:latin typeface="Consolas" panose="020B0609020204030204" pitchFamily="49" charset="0"/>
              </a:rPr>
              <a:t>&lt;</a:t>
            </a:r>
            <a:r>
              <a:rPr lang="en-US" sz="1600" b="1" dirty="0" err="1">
                <a:latin typeface="Consolas" panose="020B0609020204030204" pitchFamily="49" charset="0"/>
              </a:rPr>
              <a:t>xd:def</a:t>
            </a:r>
            <a:r>
              <a:rPr lang="en-US" sz="1600" b="1" dirty="0">
                <a:latin typeface="Consolas" panose="020B0609020204030204" pitchFamily="49" charset="0"/>
              </a:rPr>
              <a:t> </a:t>
            </a:r>
            <a:r>
              <a:rPr lang="en-US" sz="1600" b="1" dirty="0" err="1">
                <a:latin typeface="Consolas" panose="020B0609020204030204" pitchFamily="49" charset="0"/>
              </a:rPr>
              <a:t>xmlns:xd</a:t>
            </a:r>
            <a:r>
              <a:rPr lang="en-US" sz="1600" b="1" dirty="0">
                <a:latin typeface="Consolas" panose="020B0609020204030204" pitchFamily="49" charset="0"/>
              </a:rPr>
              <a:t>="http://www.xdef.org/xdef/4.1" root="Sample"&gt;</a:t>
            </a:r>
          </a:p>
          <a:p>
            <a:r>
              <a:rPr lang="en-US" sz="1600" b="1" dirty="0">
                <a:latin typeface="Consolas" panose="020B0609020204030204" pitchFamily="49" charset="0"/>
              </a:rPr>
              <a:t>&lt;</a:t>
            </a:r>
            <a:r>
              <a:rPr lang="en-US" sz="1600" b="1" dirty="0" err="1">
                <a:latin typeface="Consolas" panose="020B0609020204030204" pitchFamily="49" charset="0"/>
              </a:rPr>
              <a:t>xd:json</a:t>
            </a:r>
            <a:r>
              <a:rPr lang="en-US" sz="1600" b="1" dirty="0">
                <a:latin typeface="Consolas" panose="020B0609020204030204" pitchFamily="49" charset="0"/>
              </a:rPr>
              <a:t> name="Sample"&gt;</a:t>
            </a:r>
          </a:p>
          <a:p>
            <a:r>
              <a:rPr lang="en-US" sz="1600" b="1" dirty="0">
                <a:latin typeface="Consolas" panose="020B0609020204030204" pitchFamily="49" charset="0"/>
              </a:rPr>
              <a:t>  [</a:t>
            </a:r>
            <a:endParaRPr lang="cs-CZ" sz="1600" dirty="0">
              <a:latin typeface="Consolas" panose="020B0609020204030204" pitchFamily="49" charset="0"/>
            </a:endParaRPr>
          </a:p>
          <a:p>
            <a:r>
              <a:rPr lang="en-US" sz="1600" b="1" dirty="0">
                <a:latin typeface="Consolas" panose="020B0609020204030204" pitchFamily="49" charset="0"/>
              </a:rPr>
              <a:t>  </a:t>
            </a:r>
            <a:r>
              <a:rPr lang="cs-CZ" sz="1600" b="1" dirty="0">
                <a:latin typeface="Consolas" panose="020B0609020204030204" pitchFamily="49" charset="0"/>
              </a:rPr>
              <a:t>  { </a:t>
            </a:r>
            <a:r>
              <a:rPr lang="en-US" sz="1600" b="1" dirty="0">
                <a:latin typeface="Consolas" panose="020B0609020204030204" pitchFamily="49" charset="0"/>
              </a:rPr>
              <a:t> </a:t>
            </a:r>
            <a:r>
              <a:rPr lang="cs-CZ" sz="1600" b="1" dirty="0">
                <a:latin typeface="Consolas" panose="020B0609020204030204" pitchFamily="49" charset="0"/>
              </a:rPr>
              <a:t>a </a:t>
            </a:r>
            <a:r>
              <a:rPr lang="en-US" sz="1600" b="1" dirty="0">
                <a:latin typeface="Consolas" panose="020B0609020204030204" pitchFamily="49" charset="0"/>
              </a:rPr>
              <a:t>=</a:t>
            </a:r>
            <a:r>
              <a:rPr lang="cs-CZ" sz="1600" b="1" dirty="0">
                <a:latin typeface="Consolas" panose="020B0609020204030204" pitchFamily="49" charset="0"/>
              </a:rPr>
              <a:t> </a:t>
            </a:r>
            <a:r>
              <a:rPr lang="en-US" sz="1600" b="1" dirty="0">
                <a:latin typeface="Consolas" panose="020B0609020204030204" pitchFamily="49" charset="0"/>
              </a:rPr>
              <a:t>short()</a:t>
            </a:r>
            <a:r>
              <a:rPr lang="cs-CZ" sz="1600" b="1" dirty="0">
                <a:latin typeface="Consolas" panose="020B0609020204030204" pitchFamily="49" charset="0"/>
              </a:rPr>
              <a:t>,</a:t>
            </a:r>
            <a:endParaRPr lang="cs-CZ" sz="1600" dirty="0">
              <a:latin typeface="Consolas" panose="020B0609020204030204" pitchFamily="49" charset="0"/>
            </a:endParaRPr>
          </a:p>
          <a:p>
            <a:r>
              <a:rPr lang="cs-CZ" sz="1600" b="1" dirty="0">
                <a:latin typeface="Consolas" panose="020B0609020204030204" pitchFamily="49" charset="0"/>
              </a:rPr>
              <a:t>  </a:t>
            </a:r>
            <a:r>
              <a:rPr lang="en-US" sz="1600" b="1" dirty="0">
                <a:latin typeface="Consolas" panose="020B0609020204030204" pitchFamily="49" charset="0"/>
              </a:rPr>
              <a:t>  </a:t>
            </a:r>
            <a:r>
              <a:rPr lang="cs-CZ" sz="1600" b="1" dirty="0">
                <a:latin typeface="Consolas" panose="020B0609020204030204" pitchFamily="49" charset="0"/>
              </a:rPr>
              <a:t>  </a:t>
            </a:r>
            <a:r>
              <a:rPr lang="en-US" sz="1600" b="1" dirty="0">
                <a:latin typeface="Consolas" panose="020B0609020204030204" pitchFamily="49" charset="0"/>
              </a:rPr>
              <a:t> </a:t>
            </a:r>
            <a:r>
              <a:rPr lang="cs-CZ" sz="1600" b="1" dirty="0">
                <a:latin typeface="Consolas" panose="020B0609020204030204" pitchFamily="49" charset="0"/>
              </a:rPr>
              <a:t>b </a:t>
            </a:r>
            <a:r>
              <a:rPr lang="en-US" sz="1600" b="1" dirty="0">
                <a:latin typeface="Consolas" panose="020B0609020204030204" pitchFamily="49" charset="0"/>
              </a:rPr>
              <a:t>= string()</a:t>
            </a:r>
            <a:r>
              <a:rPr lang="cs-CZ" sz="1600" b="1" dirty="0">
                <a:latin typeface="Consolas" panose="020B0609020204030204" pitchFamily="49" charset="0"/>
              </a:rPr>
              <a:t>,</a:t>
            </a:r>
            <a:endParaRPr lang="cs-CZ" sz="1600" dirty="0">
              <a:latin typeface="Consolas" panose="020B0609020204030204" pitchFamily="49" charset="0"/>
            </a:endParaRPr>
          </a:p>
          <a:p>
            <a:r>
              <a:rPr lang="en-US" sz="1600" b="1" dirty="0">
                <a:latin typeface="Consolas" panose="020B0609020204030204" pitchFamily="49" charset="0"/>
              </a:rPr>
              <a:t>       d</a:t>
            </a:r>
            <a:r>
              <a:rPr lang="cs-CZ" sz="1600" b="1" dirty="0">
                <a:latin typeface="Consolas" panose="020B0609020204030204" pitchFamily="49" charset="0"/>
              </a:rPr>
              <a:t> </a:t>
            </a:r>
            <a:r>
              <a:rPr lang="en-US" sz="1600" b="1" dirty="0">
                <a:latin typeface="Consolas" panose="020B0609020204030204" pitchFamily="49" charset="0"/>
              </a:rPr>
              <a:t>= double()</a:t>
            </a:r>
            <a:r>
              <a:rPr lang="cs-CZ" sz="1600" b="1" dirty="0">
                <a:latin typeface="Consolas" panose="020B0609020204030204" pitchFamily="49" charset="0"/>
              </a:rPr>
              <a:t>,</a:t>
            </a:r>
            <a:endParaRPr lang="en-US" sz="1600" b="1" dirty="0">
              <a:latin typeface="Consolas" panose="020B0609020204030204" pitchFamily="49" charset="0"/>
            </a:endParaRPr>
          </a:p>
          <a:p>
            <a:r>
              <a:rPr lang="en-US" sz="1600" b="1" dirty="0">
                <a:latin typeface="Consolas" panose="020B0609020204030204" pitchFamily="49" charset="0"/>
              </a:rPr>
              <a:t>       e = </a:t>
            </a:r>
            <a:r>
              <a:rPr lang="en-US" sz="1600" b="1" dirty="0" err="1">
                <a:latin typeface="Consolas" panose="020B0609020204030204" pitchFamily="49" charset="0"/>
              </a:rPr>
              <a:t>boolean</a:t>
            </a:r>
            <a:r>
              <a:rPr lang="en-US" sz="1600" b="1" dirty="0">
                <a:latin typeface="Consolas" panose="020B0609020204030204" pitchFamily="49" charset="0"/>
              </a:rPr>
              <a:t>()</a:t>
            </a:r>
            <a:r>
              <a:rPr lang="cs-CZ" sz="1600" b="1" dirty="0">
                <a:latin typeface="Consolas" panose="020B0609020204030204" pitchFamily="49" charset="0"/>
              </a:rPr>
              <a:t>,</a:t>
            </a:r>
            <a:endParaRPr lang="cs-CZ" sz="1600" dirty="0">
              <a:latin typeface="Consolas" panose="020B0609020204030204" pitchFamily="49" charset="0"/>
            </a:endParaRPr>
          </a:p>
          <a:p>
            <a:r>
              <a:rPr lang="cs-CZ" sz="1600" b="1" dirty="0">
                <a:latin typeface="Consolas" panose="020B0609020204030204" pitchFamily="49" charset="0"/>
              </a:rPr>
              <a:t>    </a:t>
            </a:r>
            <a:r>
              <a:rPr lang="en-US" sz="1600" b="1" dirty="0">
                <a:latin typeface="Consolas" panose="020B0609020204030204" pitchFamily="49" charset="0"/>
              </a:rPr>
              <a:t>   f</a:t>
            </a:r>
            <a:r>
              <a:rPr lang="cs-CZ" sz="1600" b="1" dirty="0">
                <a:latin typeface="Consolas" panose="020B0609020204030204" pitchFamily="49" charset="0"/>
              </a:rPr>
              <a:t> </a:t>
            </a:r>
            <a:r>
              <a:rPr lang="en-US" sz="1600" b="1" dirty="0">
                <a:latin typeface="Consolas" panose="020B0609020204030204" pitchFamily="49" charset="0"/>
              </a:rPr>
              <a:t>= duration()</a:t>
            </a:r>
            <a:r>
              <a:rPr lang="cs-CZ" sz="1600" b="1" dirty="0">
                <a:latin typeface="Consolas" panose="020B0609020204030204" pitchFamily="49" charset="0"/>
              </a:rPr>
              <a:t>,</a:t>
            </a:r>
            <a:endParaRPr lang="en-US" sz="1600" b="1" dirty="0">
              <a:latin typeface="Consolas" panose="020B0609020204030204" pitchFamily="49" charset="0"/>
            </a:endParaRPr>
          </a:p>
          <a:p>
            <a:r>
              <a:rPr lang="en-US" sz="1600" b="1" dirty="0">
                <a:latin typeface="Consolas" panose="020B0609020204030204" pitchFamily="49" charset="0"/>
              </a:rPr>
              <a:t>       g</a:t>
            </a:r>
            <a:r>
              <a:rPr lang="cs-CZ" sz="1600" b="1" dirty="0">
                <a:latin typeface="Consolas" panose="020B0609020204030204" pitchFamily="49" charset="0"/>
              </a:rPr>
              <a:t> </a:t>
            </a:r>
            <a:r>
              <a:rPr lang="en-US" sz="1600" b="1" dirty="0">
                <a:latin typeface="Consolas" panose="020B0609020204030204" pitchFamily="49" charset="0"/>
              </a:rPr>
              <a:t>=</a:t>
            </a:r>
            <a:r>
              <a:rPr lang="cs-CZ" sz="1600" b="1" dirty="0">
                <a:latin typeface="Consolas" panose="020B0609020204030204" pitchFamily="49" charset="0"/>
              </a:rPr>
              <a:t> b</a:t>
            </a:r>
            <a:r>
              <a:rPr lang="en-US" sz="1600" b="1" dirty="0" err="1">
                <a:latin typeface="Consolas" panose="020B0609020204030204" pitchFamily="49" charset="0"/>
              </a:rPr>
              <a:t>ytes</a:t>
            </a:r>
            <a:r>
              <a:rPr lang="cs-CZ" sz="1600" b="1" dirty="0">
                <a:latin typeface="Consolas" panose="020B0609020204030204" pitchFamily="49" charset="0"/>
              </a:rPr>
              <a:t>(),</a:t>
            </a:r>
            <a:endParaRPr lang="en-US" sz="1600" b="1" dirty="0">
              <a:latin typeface="Consolas" panose="020B0609020204030204" pitchFamily="49" charset="0"/>
            </a:endParaRPr>
          </a:p>
          <a:p>
            <a:r>
              <a:rPr lang="en-US" sz="1600" b="1" dirty="0">
                <a:latin typeface="Consolas" panose="020B0609020204030204" pitchFamily="49" charset="0"/>
              </a:rPr>
              <a:t>       h = date(),</a:t>
            </a:r>
          </a:p>
          <a:p>
            <a:r>
              <a:rPr lang="en-US" sz="1600" b="1" dirty="0">
                <a:latin typeface="Consolas" panose="020B0609020204030204" pitchFamily="49" charset="0"/>
              </a:rPr>
              <a:t>       </a:t>
            </a:r>
            <a:r>
              <a:rPr lang="en-US" sz="1600" b="1" dirty="0" err="1">
                <a:latin typeface="Consolas" panose="020B0609020204030204" pitchFamily="49" charset="0"/>
              </a:rPr>
              <a:t>i</a:t>
            </a:r>
            <a:r>
              <a:rPr lang="en-US" sz="1600" b="1" dirty="0">
                <a:latin typeface="Consolas" panose="020B0609020204030204" pitchFamily="49" charset="0"/>
              </a:rPr>
              <a:t> = char(),</a:t>
            </a:r>
          </a:p>
          <a:p>
            <a:r>
              <a:rPr lang="en-US" sz="1600" b="1" dirty="0">
                <a:latin typeface="Consolas" panose="020B0609020204030204" pitchFamily="49" charset="0"/>
              </a:rPr>
              <a:t>       "</a:t>
            </a:r>
            <a:r>
              <a:rPr lang="cs-CZ" sz="1600" b="1" dirty="0" err="1">
                <a:latin typeface="Consolas" panose="020B0609020204030204" pitchFamily="49" charset="0"/>
              </a:rPr>
              <a:t>sale</a:t>
            </a:r>
            <a:r>
              <a:rPr lang="en-US" sz="1600" b="1" dirty="0">
                <a:latin typeface="Consolas" panose="020B0609020204030204" pitchFamily="49" charset="0"/>
              </a:rPr>
              <a:t> price" : price()</a:t>
            </a:r>
            <a:r>
              <a:rPr lang="cs-CZ" sz="1600" b="1" dirty="0">
                <a:latin typeface="Consolas" panose="020B0609020204030204" pitchFamily="49" charset="0"/>
              </a:rPr>
              <a:t>,</a:t>
            </a:r>
            <a:endParaRPr lang="cs-CZ" sz="1600" dirty="0">
              <a:latin typeface="Consolas" panose="020B0609020204030204" pitchFamily="49" charset="0"/>
            </a:endParaRPr>
          </a:p>
          <a:p>
            <a:r>
              <a:rPr lang="cs-CZ" sz="1600" b="1" dirty="0">
                <a:latin typeface="Consolas" panose="020B0609020204030204" pitchFamily="49" charset="0"/>
              </a:rPr>
              <a:t>    </a:t>
            </a:r>
            <a:r>
              <a:rPr lang="en-US" sz="1600" b="1" dirty="0">
                <a:latin typeface="Consolas" panose="020B0609020204030204" pitchFamily="49" charset="0"/>
              </a:rPr>
              <a:t>   </a:t>
            </a:r>
            <a:r>
              <a:rPr lang="cs-CZ" sz="1600" b="1" dirty="0" err="1">
                <a:latin typeface="Consolas" panose="020B0609020204030204" pitchFamily="49" charset="0"/>
              </a:rPr>
              <a:t>Towns</a:t>
            </a:r>
            <a:r>
              <a:rPr lang="cs-CZ" sz="1600" b="1" dirty="0">
                <a:latin typeface="Consolas" panose="020B0609020204030204" pitchFamily="49" charset="0"/>
              </a:rPr>
              <a:t> </a:t>
            </a:r>
            <a:r>
              <a:rPr lang="en-US" sz="1600" b="1" dirty="0">
                <a:latin typeface="Consolas" panose="020B0609020204030204" pitchFamily="49" charset="0"/>
              </a:rPr>
              <a:t>=</a:t>
            </a:r>
            <a:r>
              <a:rPr lang="cs-CZ" sz="1600" b="1" dirty="0">
                <a:latin typeface="Consolas" panose="020B0609020204030204" pitchFamily="49" charset="0"/>
              </a:rPr>
              <a:t> [</a:t>
            </a:r>
            <a:r>
              <a:rPr lang="en-US" sz="1600" b="1" dirty="0">
                <a:latin typeface="Consolas" panose="020B0609020204030204" pitchFamily="49" charset="0"/>
              </a:rPr>
              <a:t> "* </a:t>
            </a:r>
            <a:r>
              <a:rPr lang="en-US" sz="1600" b="1" dirty="0" err="1">
                <a:latin typeface="Consolas" panose="020B0609020204030204" pitchFamily="49" charset="0"/>
              </a:rPr>
              <a:t>gps</a:t>
            </a:r>
            <a:r>
              <a:rPr lang="en-US" sz="1600" b="1" dirty="0">
                <a:latin typeface="Consolas" panose="020B0609020204030204" pitchFamily="49" charset="0"/>
              </a:rPr>
              <a:t>()" </a:t>
            </a:r>
            <a:r>
              <a:rPr lang="cs-CZ" sz="1600" b="1" dirty="0">
                <a:latin typeface="Consolas" panose="020B0609020204030204" pitchFamily="49" charset="0"/>
              </a:rPr>
              <a:t>]</a:t>
            </a:r>
          </a:p>
          <a:p>
            <a:r>
              <a:rPr lang="cs-CZ" sz="1600" b="1" dirty="0">
                <a:latin typeface="Consolas" panose="020B0609020204030204" pitchFamily="49" charset="0"/>
              </a:rPr>
              <a:t>  </a:t>
            </a:r>
            <a:r>
              <a:rPr lang="en-US" sz="1600" b="1" dirty="0">
                <a:latin typeface="Consolas" panose="020B0609020204030204" pitchFamily="49" charset="0"/>
              </a:rPr>
              <a:t>  }</a:t>
            </a:r>
          </a:p>
          <a:p>
            <a:r>
              <a:rPr lang="en-US" sz="1600" b="1" dirty="0">
                <a:latin typeface="Consolas" panose="020B0609020204030204" pitchFamily="49" charset="0"/>
              </a:rPr>
              <a:t>  ]</a:t>
            </a:r>
          </a:p>
          <a:p>
            <a:r>
              <a:rPr lang="en-US" sz="1600" b="1" dirty="0">
                <a:latin typeface="Consolas" panose="020B0609020204030204" pitchFamily="49" charset="0"/>
              </a:rPr>
              <a:t>&lt;/</a:t>
            </a:r>
            <a:r>
              <a:rPr lang="en-US" sz="1600" b="1" dirty="0" err="1">
                <a:latin typeface="Consolas" panose="020B0609020204030204" pitchFamily="49" charset="0"/>
              </a:rPr>
              <a:t>xd:json</a:t>
            </a:r>
            <a:r>
              <a:rPr lang="en-US" sz="1600" b="1" dirty="0">
                <a:latin typeface="Consolas" panose="020B0609020204030204" pitchFamily="49" charset="0"/>
              </a:rPr>
              <a:t>&gt;</a:t>
            </a:r>
          </a:p>
          <a:p>
            <a:r>
              <a:rPr lang="en-US" sz="1600" b="1" dirty="0">
                <a:latin typeface="Consolas" panose="020B0609020204030204" pitchFamily="49" charset="0"/>
              </a:rPr>
              <a:t>&lt;/</a:t>
            </a:r>
            <a:r>
              <a:rPr lang="en-US" sz="1600" b="1" dirty="0" err="1">
                <a:latin typeface="Consolas" panose="020B0609020204030204" pitchFamily="49" charset="0"/>
              </a:rPr>
              <a:t>xd:def</a:t>
            </a:r>
            <a:r>
              <a:rPr lang="en-US" sz="1600" b="1" dirty="0">
                <a:latin typeface="Consolas" panose="020B0609020204030204" pitchFamily="49" charset="0"/>
              </a:rPr>
              <a:t>&gt;</a:t>
            </a:r>
            <a:endParaRPr lang="cs-CZ" sz="1600" dirty="0">
              <a:latin typeface="Consolas" panose="020B0609020204030204" pitchFamily="49" charset="0"/>
            </a:endParaRPr>
          </a:p>
        </p:txBody>
      </p:sp>
      <p:cxnSp>
        <p:nvCxnSpPr>
          <p:cNvPr id="5" name="Přímá spojnice 4"/>
          <p:cNvCxnSpPr/>
          <p:nvPr/>
        </p:nvCxnSpPr>
        <p:spPr bwMode="auto">
          <a:xfrm>
            <a:off x="804863" y="6309320"/>
            <a:ext cx="7561262" cy="0"/>
          </a:xfrm>
          <a:prstGeom prst="line">
            <a:avLst/>
          </a:prstGeom>
          <a:ln w="158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7174" name="Zástupný symbol pro číslo snímku 12"/>
          <p:cNvSpPr>
            <a:spLocks noGrp="1"/>
          </p:cNvSpPr>
          <p:nvPr>
            <p:ph type="sldNum" sz="quarter" idx="11"/>
          </p:nvPr>
        </p:nvSpPr>
        <p:spPr>
          <a:noFill/>
        </p:spPr>
        <p:txBody>
          <a:bodyPr/>
          <a:lstStyle/>
          <a:p>
            <a:fld id="{3FD4A6DE-255A-4C0E-A52E-71B2D7B9E259}" type="slidenum">
              <a:rPr lang="cs-CZ" altLang="cs-CZ">
                <a:latin typeface="Calibri" pitchFamily="34" charset="0"/>
              </a:rPr>
              <a:pPr/>
              <a:t>15</a:t>
            </a:fld>
            <a:endParaRPr lang="cs-CZ" altLang="cs-CZ" dirty="0">
              <a:latin typeface="Calibri" pitchFamily="34" charset="0"/>
            </a:endParaRPr>
          </a:p>
        </p:txBody>
      </p:sp>
    </p:spTree>
    <p:extLst>
      <p:ext uri="{BB962C8B-B14F-4D97-AF65-F5344CB8AC3E}">
        <p14:creationId xmlns:p14="http://schemas.microsoft.com/office/powerpoint/2010/main" val="3964834863"/>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XON </a:t>
            </a:r>
            <a:r>
              <a:rPr lang="cs-CZ" dirty="0" err="1"/>
              <a:t>properties</a:t>
            </a:r>
            <a:endParaRPr lang="cs-CZ" dirty="0"/>
          </a:p>
        </p:txBody>
      </p:sp>
      <p:sp>
        <p:nvSpPr>
          <p:cNvPr id="3" name="Zástupný symbol pro obsah 2"/>
          <p:cNvSpPr>
            <a:spLocks noGrp="1"/>
          </p:cNvSpPr>
          <p:nvPr>
            <p:ph idx="1"/>
          </p:nvPr>
        </p:nvSpPr>
        <p:spPr>
          <a:xfrm>
            <a:off x="755650" y="2276872"/>
            <a:ext cx="7704138" cy="3816424"/>
          </a:xfrm>
        </p:spPr>
        <p:txBody>
          <a:bodyPr/>
          <a:lstStyle/>
          <a:p>
            <a:r>
              <a:rPr lang="en-US" sz="2400" dirty="0"/>
              <a:t>The XON format implements the basic </a:t>
            </a:r>
            <a:r>
              <a:rPr lang="en-US" sz="2400" dirty="0" err="1"/>
              <a:t>X_definition</a:t>
            </a:r>
            <a:r>
              <a:rPr lang="en-US" sz="2400" dirty="0"/>
              <a:t> and X-component types</a:t>
            </a:r>
            <a:endParaRPr lang="cs-CZ" sz="2400" dirty="0"/>
          </a:p>
          <a:p>
            <a:r>
              <a:rPr lang="en-US" sz="2400" dirty="0"/>
              <a:t>When a document is processed using </a:t>
            </a:r>
            <a:r>
              <a:rPr lang="en-US" sz="2400" dirty="0" err="1"/>
              <a:t>X_definition</a:t>
            </a:r>
            <a:r>
              <a:rPr lang="en-US" sz="2400" dirty="0"/>
              <a:t>, it is possible to get an XON object as a result</a:t>
            </a:r>
            <a:endParaRPr lang="cs-CZ" sz="2400" dirty="0"/>
          </a:p>
          <a:p>
            <a:r>
              <a:rPr lang="en-US" sz="2400" dirty="0"/>
              <a:t>The XON object can be obtained from the X-component</a:t>
            </a:r>
            <a:endParaRPr lang="cs-CZ" sz="2400" dirty="0"/>
          </a:p>
          <a:p>
            <a:r>
              <a:rPr lang="en-US" sz="2400" dirty="0"/>
              <a:t>The XON object can be used as a general format for transferring data between systems.</a:t>
            </a:r>
            <a:endParaRPr lang="cs-CZ" sz="2400" dirty="0"/>
          </a:p>
          <a:p>
            <a:r>
              <a:rPr lang="fr-FR" sz="2400" dirty="0"/>
              <a:t>XON object unifies XML, JSON, etc. formats.</a:t>
            </a:r>
            <a:endParaRPr lang="cs-CZ" sz="2400" dirty="0"/>
          </a:p>
          <a:p>
            <a:pPr marL="0" indent="0">
              <a:buNone/>
            </a:pPr>
            <a:endParaRPr lang="en-US" dirty="0"/>
          </a:p>
          <a:p>
            <a:endParaRPr lang="cs-CZ" dirty="0"/>
          </a:p>
        </p:txBody>
      </p:sp>
      <p:sp>
        <p:nvSpPr>
          <p:cNvPr id="4" name="Zástupný symbol pro zápatí 3"/>
          <p:cNvSpPr>
            <a:spLocks noGrp="1"/>
          </p:cNvSpPr>
          <p:nvPr>
            <p:ph type="ftr" sz="quarter" idx="10"/>
          </p:nvPr>
        </p:nvSpPr>
        <p:spPr/>
        <p:txBody>
          <a:bodyPr/>
          <a:lstStyle/>
          <a:p>
            <a:pPr>
              <a:defRPr/>
            </a:pPr>
            <a:r>
              <a:rPr lang="cs-CZ" dirty="0"/>
              <a:t>www.syntea.cz</a:t>
            </a:r>
          </a:p>
        </p:txBody>
      </p:sp>
      <p:sp>
        <p:nvSpPr>
          <p:cNvPr id="5" name="Zástupný symbol pro číslo snímku 4"/>
          <p:cNvSpPr>
            <a:spLocks noGrp="1"/>
          </p:cNvSpPr>
          <p:nvPr>
            <p:ph type="sldNum" sz="quarter" idx="11"/>
          </p:nvPr>
        </p:nvSpPr>
        <p:spPr/>
        <p:txBody>
          <a:bodyPr/>
          <a:lstStyle/>
          <a:p>
            <a:fld id="{6C75F6DC-5966-442C-A4D4-FD5518D894BD}" type="slidenum">
              <a:rPr lang="cs-CZ" altLang="cs-CZ" smtClean="0"/>
              <a:pPr/>
              <a:t>16</a:t>
            </a:fld>
            <a:endParaRPr lang="cs-CZ" altLang="cs-CZ"/>
          </a:p>
        </p:txBody>
      </p:sp>
    </p:spTree>
    <p:extLst>
      <p:ext uri="{BB962C8B-B14F-4D97-AF65-F5344CB8AC3E}">
        <p14:creationId xmlns:p14="http://schemas.microsoft.com/office/powerpoint/2010/main" val="1810276558"/>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X-</a:t>
            </a:r>
            <a:r>
              <a:rPr lang="cs-CZ" dirty="0" err="1"/>
              <a:t>defini</a:t>
            </a:r>
            <a:r>
              <a:rPr lang="en-US" dirty="0" err="1"/>
              <a:t>tion</a:t>
            </a:r>
            <a:r>
              <a:rPr lang="cs-CZ" dirty="0"/>
              <a:t> a</a:t>
            </a:r>
            <a:r>
              <a:rPr lang="en-US" dirty="0" err="1"/>
              <a:t>nd</a:t>
            </a:r>
            <a:r>
              <a:rPr lang="cs-CZ" dirty="0"/>
              <a:t> XON</a:t>
            </a:r>
          </a:p>
        </p:txBody>
      </p:sp>
      <p:sp>
        <p:nvSpPr>
          <p:cNvPr id="4" name="Zástupný symbol pro zápatí 3"/>
          <p:cNvSpPr>
            <a:spLocks noGrp="1"/>
          </p:cNvSpPr>
          <p:nvPr>
            <p:ph type="ftr" sz="quarter" idx="10"/>
          </p:nvPr>
        </p:nvSpPr>
        <p:spPr>
          <a:xfrm>
            <a:off x="755650" y="6066869"/>
            <a:ext cx="6840538" cy="836612"/>
          </a:xfrm>
        </p:spPr>
        <p:txBody>
          <a:bodyPr/>
          <a:lstStyle/>
          <a:p>
            <a:pPr>
              <a:defRPr/>
            </a:pPr>
            <a:r>
              <a:rPr lang="cs-CZ" dirty="0"/>
              <a:t>www.syntea.cz</a:t>
            </a:r>
          </a:p>
        </p:txBody>
      </p:sp>
      <p:sp>
        <p:nvSpPr>
          <p:cNvPr id="5" name="Zástupný symbol pro číslo snímku 4"/>
          <p:cNvSpPr>
            <a:spLocks noGrp="1"/>
          </p:cNvSpPr>
          <p:nvPr>
            <p:ph type="sldNum" sz="quarter" idx="11"/>
          </p:nvPr>
        </p:nvSpPr>
        <p:spPr/>
        <p:txBody>
          <a:bodyPr/>
          <a:lstStyle/>
          <a:p>
            <a:fld id="{6C75F6DC-5966-442C-A4D4-FD5518D894BD}" type="slidenum">
              <a:rPr lang="cs-CZ" altLang="cs-CZ" smtClean="0"/>
              <a:pPr/>
              <a:t>17</a:t>
            </a:fld>
            <a:endParaRPr lang="cs-CZ" altLang="cs-CZ"/>
          </a:p>
        </p:txBody>
      </p:sp>
      <p:sp>
        <p:nvSpPr>
          <p:cNvPr id="6" name="Obdélník 5"/>
          <p:cNvSpPr/>
          <p:nvPr/>
        </p:nvSpPr>
        <p:spPr bwMode="auto">
          <a:xfrm>
            <a:off x="3630532" y="2420838"/>
            <a:ext cx="1373604" cy="432098"/>
          </a:xfrm>
          <a:prstGeom prst="rect">
            <a:avLst/>
          </a:prstGeom>
          <a:noFill/>
          <a:ln w="9525" cap="flat" cmpd="sng" algn="ctr">
            <a:noFill/>
            <a:prstDash val="solid"/>
            <a:round/>
            <a:headEnd type="none" w="med" len="med"/>
            <a:tailEnd type="none" w="med" len="med"/>
          </a:ln>
          <a:effectLst/>
        </p:spPr>
        <p:txBody>
          <a:bodyPr vert="horz" wrap="square" lIns="91432" tIns="45716" rIns="91432" bIns="45716"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cs-CZ" sz="1800" b="1" i="0" u="none" strike="noStrike" cap="none" normalizeH="0" baseline="0" dirty="0">
                <a:ln>
                  <a:noFill/>
                </a:ln>
                <a:solidFill>
                  <a:schemeClr val="tx1"/>
                </a:solidFill>
                <a:effectLst/>
                <a:latin typeface="Corbel" pitchFamily="34" charset="0"/>
              </a:rPr>
              <a:t>X</a:t>
            </a:r>
            <a:r>
              <a:rPr kumimoji="0" lang="en-US" sz="1800" b="1" i="0" u="none" strike="noStrike" cap="none" normalizeH="0" baseline="0" dirty="0">
                <a:ln>
                  <a:noFill/>
                </a:ln>
                <a:solidFill>
                  <a:schemeClr val="tx1"/>
                </a:solidFill>
                <a:effectLst/>
                <a:latin typeface="Corbel" pitchFamily="34" charset="0"/>
              </a:rPr>
              <a:t>-d</a:t>
            </a:r>
            <a:r>
              <a:rPr kumimoji="0" lang="cs-CZ" sz="1800" b="1" i="0" u="none" strike="noStrike" cap="none" normalizeH="0" baseline="0" dirty="0" err="1">
                <a:ln>
                  <a:noFill/>
                </a:ln>
                <a:solidFill>
                  <a:schemeClr val="tx1"/>
                </a:solidFill>
                <a:effectLst/>
                <a:latin typeface="Corbel" pitchFamily="34" charset="0"/>
              </a:rPr>
              <a:t>efini</a:t>
            </a:r>
            <a:r>
              <a:rPr kumimoji="0" lang="en-US" sz="1800" b="1" i="0" u="none" strike="noStrike" cap="none" normalizeH="0" baseline="0" dirty="0" err="1">
                <a:ln>
                  <a:noFill/>
                </a:ln>
                <a:solidFill>
                  <a:schemeClr val="tx1"/>
                </a:solidFill>
                <a:effectLst/>
                <a:latin typeface="Corbel" pitchFamily="34" charset="0"/>
              </a:rPr>
              <a:t>tion</a:t>
            </a:r>
            <a:endParaRPr kumimoji="0" lang="cs-CZ" sz="1800" b="1" i="0" u="none" strike="noStrike" cap="none" normalizeH="0" baseline="0" dirty="0">
              <a:ln>
                <a:noFill/>
              </a:ln>
              <a:solidFill>
                <a:schemeClr val="tx1"/>
              </a:solidFill>
              <a:effectLst/>
              <a:latin typeface="Corbel" pitchFamily="34" charset="0"/>
            </a:endParaRPr>
          </a:p>
        </p:txBody>
      </p:sp>
      <p:sp>
        <p:nvSpPr>
          <p:cNvPr id="7" name="Obdélník 6"/>
          <p:cNvSpPr/>
          <p:nvPr/>
        </p:nvSpPr>
        <p:spPr bwMode="auto">
          <a:xfrm>
            <a:off x="1259632" y="2857425"/>
            <a:ext cx="936104" cy="504006"/>
          </a:xfrm>
          <a:prstGeom prst="rect">
            <a:avLst/>
          </a:prstGeom>
          <a:noFill/>
          <a:ln w="9525" cap="flat" cmpd="sng" algn="ctr">
            <a:noFill/>
            <a:prstDash val="solid"/>
            <a:round/>
            <a:headEnd type="none" w="med" len="med"/>
            <a:tailEnd type="none" w="med" len="med"/>
          </a:ln>
          <a:effectLst/>
        </p:spPr>
        <p:txBody>
          <a:bodyPr vert="horz" wrap="square" lIns="91432" tIns="45716" rIns="91432" bIns="45716" numCol="1" rtlCol="0" anchor="ctr" anchorCtr="0" compatLnSpc="1">
            <a:prstTxWarp prst="textNoShape">
              <a:avLst/>
            </a:prstTxWarp>
          </a:bodyPr>
          <a:lstStyle/>
          <a:p>
            <a:pPr eaLnBrk="1" hangingPunct="1"/>
            <a:r>
              <a:rPr lang="cs-CZ" sz="2000" b="1" dirty="0"/>
              <a:t>XML</a:t>
            </a:r>
          </a:p>
        </p:txBody>
      </p:sp>
      <p:sp>
        <p:nvSpPr>
          <p:cNvPr id="8" name="Obdélník 7"/>
          <p:cNvSpPr/>
          <p:nvPr/>
        </p:nvSpPr>
        <p:spPr bwMode="auto">
          <a:xfrm>
            <a:off x="1259632" y="3861098"/>
            <a:ext cx="936104" cy="504006"/>
          </a:xfrm>
          <a:prstGeom prst="rect">
            <a:avLst/>
          </a:prstGeom>
          <a:noFill/>
          <a:ln w="9525" cap="flat" cmpd="sng" algn="ctr">
            <a:noFill/>
            <a:prstDash val="solid"/>
            <a:round/>
            <a:headEnd type="none" w="med" len="med"/>
            <a:tailEnd type="none" w="med" len="med"/>
          </a:ln>
          <a:effectLst/>
        </p:spPr>
        <p:txBody>
          <a:bodyPr vert="horz" wrap="square" lIns="91432" tIns="45716" rIns="91432" bIns="45716"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cs-CZ" sz="2000" b="1" i="0" u="none" strike="noStrike" cap="none" normalizeH="0" baseline="0" dirty="0">
                <a:ln>
                  <a:noFill/>
                </a:ln>
                <a:solidFill>
                  <a:schemeClr val="tx1"/>
                </a:solidFill>
                <a:effectLst/>
                <a:latin typeface="Corbel" pitchFamily="34" charset="0"/>
              </a:rPr>
              <a:t>JSON</a:t>
            </a:r>
          </a:p>
        </p:txBody>
      </p:sp>
      <p:sp>
        <p:nvSpPr>
          <p:cNvPr id="9" name="Obdélník 8"/>
          <p:cNvSpPr/>
          <p:nvPr/>
        </p:nvSpPr>
        <p:spPr bwMode="auto">
          <a:xfrm>
            <a:off x="1259632" y="4941168"/>
            <a:ext cx="936104" cy="504006"/>
          </a:xfrm>
          <a:prstGeom prst="rect">
            <a:avLst/>
          </a:prstGeom>
          <a:noFill/>
          <a:ln w="9525" cap="flat" cmpd="sng" algn="ctr">
            <a:noFill/>
            <a:prstDash val="solid"/>
            <a:round/>
            <a:headEnd type="none" w="med" len="med"/>
            <a:tailEnd type="none" w="med" len="med"/>
          </a:ln>
          <a:effectLst/>
        </p:spPr>
        <p:txBody>
          <a:bodyPr vert="horz" wrap="square" lIns="91432" tIns="45716" rIns="91432" bIns="45716"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cs-CZ" sz="2000" b="1" dirty="0"/>
              <a:t>YAML</a:t>
            </a:r>
            <a:endParaRPr kumimoji="0" lang="cs-CZ" sz="2000" b="1" i="0" u="none" strike="noStrike" cap="none" normalizeH="0" baseline="0" dirty="0">
              <a:ln>
                <a:noFill/>
              </a:ln>
              <a:solidFill>
                <a:schemeClr val="tx1"/>
              </a:solidFill>
              <a:effectLst/>
              <a:latin typeface="Corbel" pitchFamily="34" charset="0"/>
            </a:endParaRPr>
          </a:p>
        </p:txBody>
      </p:sp>
      <p:sp>
        <p:nvSpPr>
          <p:cNvPr id="10" name="Obdélník 9"/>
          <p:cNvSpPr/>
          <p:nvPr/>
        </p:nvSpPr>
        <p:spPr bwMode="auto">
          <a:xfrm>
            <a:off x="3995936" y="3778908"/>
            <a:ext cx="936104" cy="504006"/>
          </a:xfrm>
          <a:prstGeom prst="rect">
            <a:avLst/>
          </a:prstGeom>
          <a:noFill/>
          <a:ln w="9525" cap="flat" cmpd="sng" algn="ctr">
            <a:noFill/>
            <a:prstDash val="solid"/>
            <a:round/>
            <a:headEnd type="none" w="med" len="med"/>
            <a:tailEnd type="none" w="med" len="med"/>
          </a:ln>
          <a:effectLst/>
        </p:spPr>
        <p:txBody>
          <a:bodyPr vert="horz" wrap="square" lIns="91432" tIns="45716" rIns="91432" bIns="45716"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cs-CZ" sz="2000" b="1" i="0" u="none" strike="noStrike" cap="none" normalizeH="0" baseline="0" dirty="0">
                <a:ln>
                  <a:noFill/>
                </a:ln>
                <a:solidFill>
                  <a:schemeClr val="tx1"/>
                </a:solidFill>
                <a:effectLst/>
                <a:latin typeface="Corbel" pitchFamily="34" charset="0"/>
              </a:rPr>
              <a:t>XON</a:t>
            </a:r>
          </a:p>
        </p:txBody>
      </p:sp>
      <p:sp>
        <p:nvSpPr>
          <p:cNvPr id="11" name="Obdélník 10"/>
          <p:cNvSpPr/>
          <p:nvPr/>
        </p:nvSpPr>
        <p:spPr bwMode="auto">
          <a:xfrm>
            <a:off x="6516216" y="2708920"/>
            <a:ext cx="936104" cy="504006"/>
          </a:xfrm>
          <a:prstGeom prst="rect">
            <a:avLst/>
          </a:prstGeom>
          <a:noFill/>
          <a:ln w="9525" cap="flat" cmpd="sng" algn="ctr">
            <a:noFill/>
            <a:prstDash val="solid"/>
            <a:round/>
            <a:headEnd type="none" w="med" len="med"/>
            <a:tailEnd type="none" w="med" len="med"/>
          </a:ln>
          <a:effectLst/>
        </p:spPr>
        <p:txBody>
          <a:bodyPr vert="horz" wrap="square" lIns="91432" tIns="45716" rIns="91432" bIns="45716" numCol="1" rtlCol="0" anchor="ctr" anchorCtr="0" compatLnSpc="1">
            <a:prstTxWarp prst="textNoShape">
              <a:avLst/>
            </a:prstTxWarp>
          </a:bodyPr>
          <a:lstStyle/>
          <a:p>
            <a:pPr eaLnBrk="1" hangingPunct="1"/>
            <a:r>
              <a:rPr kumimoji="0" lang="cs-CZ" sz="2000" b="1" i="0" u="none" strike="noStrike" cap="none" normalizeH="0" baseline="0" dirty="0">
                <a:ln>
                  <a:noFill/>
                </a:ln>
                <a:solidFill>
                  <a:schemeClr val="tx1"/>
                </a:solidFill>
                <a:effectLst/>
                <a:latin typeface="Corbel" pitchFamily="34" charset="0"/>
              </a:rPr>
              <a:t>XML</a:t>
            </a:r>
            <a:endParaRPr lang="cs-CZ" sz="2000" b="1" dirty="0"/>
          </a:p>
        </p:txBody>
      </p:sp>
      <p:sp>
        <p:nvSpPr>
          <p:cNvPr id="12" name="Obdélník 11"/>
          <p:cNvSpPr/>
          <p:nvPr/>
        </p:nvSpPr>
        <p:spPr bwMode="auto">
          <a:xfrm>
            <a:off x="6516216" y="3861048"/>
            <a:ext cx="936104" cy="504006"/>
          </a:xfrm>
          <a:prstGeom prst="rect">
            <a:avLst/>
          </a:prstGeom>
          <a:noFill/>
          <a:ln w="9525" cap="flat" cmpd="sng" algn="ctr">
            <a:noFill/>
            <a:prstDash val="solid"/>
            <a:round/>
            <a:headEnd type="none" w="med" len="med"/>
            <a:tailEnd type="none" w="med" len="med"/>
          </a:ln>
          <a:effectLst/>
        </p:spPr>
        <p:txBody>
          <a:bodyPr vert="horz" wrap="square" lIns="91432" tIns="45716" rIns="91432" bIns="45716"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cs-CZ" sz="2000" b="1" i="0" u="none" strike="noStrike" cap="none" normalizeH="0" baseline="0" dirty="0">
                <a:ln>
                  <a:noFill/>
                </a:ln>
                <a:solidFill>
                  <a:schemeClr val="tx1"/>
                </a:solidFill>
                <a:effectLst/>
                <a:latin typeface="Corbel" pitchFamily="34" charset="0"/>
              </a:rPr>
              <a:t>JSON</a:t>
            </a:r>
          </a:p>
        </p:txBody>
      </p:sp>
      <p:sp>
        <p:nvSpPr>
          <p:cNvPr id="13" name="Obdélník 12"/>
          <p:cNvSpPr/>
          <p:nvPr/>
        </p:nvSpPr>
        <p:spPr bwMode="auto">
          <a:xfrm>
            <a:off x="6588224" y="4869160"/>
            <a:ext cx="936104" cy="504006"/>
          </a:xfrm>
          <a:prstGeom prst="rect">
            <a:avLst/>
          </a:prstGeom>
          <a:noFill/>
          <a:ln w="9525" cap="flat" cmpd="sng" algn="ctr">
            <a:noFill/>
            <a:prstDash val="solid"/>
            <a:round/>
            <a:headEnd type="none" w="med" len="med"/>
            <a:tailEnd type="none" w="med" len="med"/>
          </a:ln>
          <a:effectLst/>
        </p:spPr>
        <p:txBody>
          <a:bodyPr vert="horz" wrap="square" lIns="91432" tIns="45716" rIns="91432" bIns="45716"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cs-CZ" sz="2000" b="1" dirty="0"/>
              <a:t>YAML</a:t>
            </a:r>
            <a:endParaRPr kumimoji="0" lang="cs-CZ" sz="2000" b="1" i="0" u="none" strike="noStrike" cap="none" normalizeH="0" baseline="0" dirty="0">
              <a:ln>
                <a:noFill/>
              </a:ln>
              <a:solidFill>
                <a:schemeClr val="tx1"/>
              </a:solidFill>
              <a:effectLst/>
              <a:latin typeface="Corbel" pitchFamily="34" charset="0"/>
            </a:endParaRPr>
          </a:p>
        </p:txBody>
      </p:sp>
      <p:sp>
        <p:nvSpPr>
          <p:cNvPr id="19" name="Line 4"/>
          <p:cNvSpPr txBox="1">
            <a:spLocks noChangeShapeType="1"/>
          </p:cNvSpPr>
          <p:nvPr/>
        </p:nvSpPr>
        <p:spPr bwMode="auto">
          <a:xfrm flipV="1">
            <a:off x="2119813" y="2800686"/>
            <a:ext cx="1489161" cy="1250577"/>
          </a:xfrm>
          <a:prstGeom prst="line">
            <a:avLst/>
          </a:prstGeom>
          <a:noFill/>
          <a:ln w="28440">
            <a:solidFill>
              <a:srgbClr val="FF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Font typeface="Wingdings" pitchFamily="2" charset="2"/>
              <a:buChar char="§"/>
              <a:defRPr sz="2400">
                <a:solidFill>
                  <a:schemeClr val="tx1"/>
                </a:solidFill>
                <a:latin typeface="+mn-lt"/>
              </a:defRPr>
            </a:lvl3pPr>
            <a:lvl4pPr marL="1600200" indent="-228600" algn="l" rtl="0" eaLnBrk="0" fontAlgn="base" hangingPunct="0">
              <a:spcBef>
                <a:spcPct val="20000"/>
              </a:spcBef>
              <a:spcAft>
                <a:spcPct val="0"/>
              </a:spcAft>
              <a:buFont typeface="Wingdings" pitchFamily="2" charset="2"/>
              <a:buChar char="§"/>
              <a:defRPr sz="2200">
                <a:solidFill>
                  <a:schemeClr val="tx1"/>
                </a:solidFill>
                <a:latin typeface="+mn-lt"/>
              </a:defRPr>
            </a:lvl4pPr>
            <a:lvl5pPr marL="2057400" indent="-228600" algn="l" rtl="0" eaLnBrk="0" fontAlgn="base" hangingPunct="0">
              <a:spcBef>
                <a:spcPct val="20000"/>
              </a:spcBef>
              <a:spcAft>
                <a:spcPct val="0"/>
              </a:spcAft>
              <a:buFont typeface="Wingdings" pitchFamily="2" charset="2"/>
              <a:buChar char="§"/>
              <a:defRPr sz="2000">
                <a:solidFill>
                  <a:schemeClr val="tx1"/>
                </a:solidFill>
                <a:latin typeface="+mn-lt"/>
              </a:defRPr>
            </a:lvl5pPr>
            <a:lvl6pPr marL="2514600" indent="-228600" algn="l" rtl="0" fontAlgn="base">
              <a:spcBef>
                <a:spcPct val="20000"/>
              </a:spcBef>
              <a:spcAft>
                <a:spcPct val="0"/>
              </a:spcAft>
              <a:buFont typeface="Wingdings" pitchFamily="2" charset="2"/>
              <a:buChar char="§"/>
              <a:defRPr sz="2000">
                <a:solidFill>
                  <a:schemeClr val="tx1"/>
                </a:solidFill>
                <a:latin typeface="+mn-lt"/>
              </a:defRPr>
            </a:lvl6pPr>
            <a:lvl7pPr marL="2971800" indent="-228600" algn="l" rtl="0" fontAlgn="base">
              <a:spcBef>
                <a:spcPct val="20000"/>
              </a:spcBef>
              <a:spcAft>
                <a:spcPct val="0"/>
              </a:spcAft>
              <a:buFont typeface="Wingdings" pitchFamily="2" charset="2"/>
              <a:buChar char="§"/>
              <a:defRPr sz="2000">
                <a:solidFill>
                  <a:schemeClr val="tx1"/>
                </a:solidFill>
                <a:latin typeface="+mn-lt"/>
              </a:defRPr>
            </a:lvl7pPr>
            <a:lvl8pPr marL="3429000" indent="-228600" algn="l" rtl="0" fontAlgn="base">
              <a:spcBef>
                <a:spcPct val="20000"/>
              </a:spcBef>
              <a:spcAft>
                <a:spcPct val="0"/>
              </a:spcAft>
              <a:buFont typeface="Wingdings" pitchFamily="2" charset="2"/>
              <a:buChar char="§"/>
              <a:defRPr sz="2000">
                <a:solidFill>
                  <a:schemeClr val="tx1"/>
                </a:solidFill>
                <a:latin typeface="+mn-lt"/>
              </a:defRPr>
            </a:lvl8pPr>
            <a:lvl9pPr marL="3886200" indent="-228600" algn="l" rtl="0" fontAlgn="base">
              <a:spcBef>
                <a:spcPct val="20000"/>
              </a:spcBef>
              <a:spcAft>
                <a:spcPct val="0"/>
              </a:spcAft>
              <a:buFont typeface="Wingdings" pitchFamily="2" charset="2"/>
              <a:buChar char="§"/>
              <a:defRPr sz="2000">
                <a:solidFill>
                  <a:schemeClr val="tx1"/>
                </a:solidFill>
                <a:latin typeface="+mn-lt"/>
              </a:defRPr>
            </a:lvl9pPr>
          </a:lstStyle>
          <a:p>
            <a:pPr marL="0" indent="0">
              <a:buNone/>
            </a:pPr>
            <a:endParaRPr lang="cs-CZ" kern="0" dirty="0"/>
          </a:p>
        </p:txBody>
      </p:sp>
      <p:sp>
        <p:nvSpPr>
          <p:cNvPr id="20" name="Line 4"/>
          <p:cNvSpPr>
            <a:spLocks noChangeShapeType="1"/>
          </p:cNvSpPr>
          <p:nvPr/>
        </p:nvSpPr>
        <p:spPr bwMode="auto">
          <a:xfrm flipV="1">
            <a:off x="2119812" y="2776318"/>
            <a:ext cx="1602932" cy="2304212"/>
          </a:xfrm>
          <a:prstGeom prst="line">
            <a:avLst/>
          </a:prstGeom>
          <a:noFill/>
          <a:ln w="28440">
            <a:solidFill>
              <a:srgbClr val="FF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cs-CZ"/>
          </a:p>
        </p:txBody>
      </p:sp>
      <p:sp>
        <p:nvSpPr>
          <p:cNvPr id="21" name="Line 4"/>
          <p:cNvSpPr>
            <a:spLocks noChangeShapeType="1"/>
          </p:cNvSpPr>
          <p:nvPr/>
        </p:nvSpPr>
        <p:spPr bwMode="auto">
          <a:xfrm>
            <a:off x="4971486" y="2790476"/>
            <a:ext cx="1544730" cy="180719"/>
          </a:xfrm>
          <a:prstGeom prst="line">
            <a:avLst/>
          </a:prstGeom>
          <a:noFill/>
          <a:ln w="28440">
            <a:solidFill>
              <a:srgbClr val="FF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cs-CZ"/>
          </a:p>
        </p:txBody>
      </p:sp>
      <p:sp>
        <p:nvSpPr>
          <p:cNvPr id="22" name="Line 4"/>
          <p:cNvSpPr>
            <a:spLocks noChangeShapeType="1"/>
          </p:cNvSpPr>
          <p:nvPr/>
        </p:nvSpPr>
        <p:spPr bwMode="auto">
          <a:xfrm>
            <a:off x="4958514" y="2776322"/>
            <a:ext cx="1520665" cy="1274942"/>
          </a:xfrm>
          <a:prstGeom prst="line">
            <a:avLst/>
          </a:prstGeom>
          <a:noFill/>
          <a:ln w="28440">
            <a:solidFill>
              <a:srgbClr val="FF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cs-CZ" dirty="0"/>
          </a:p>
        </p:txBody>
      </p:sp>
      <p:sp>
        <p:nvSpPr>
          <p:cNvPr id="23" name="Line 4"/>
          <p:cNvSpPr>
            <a:spLocks noChangeShapeType="1"/>
          </p:cNvSpPr>
          <p:nvPr/>
        </p:nvSpPr>
        <p:spPr bwMode="auto">
          <a:xfrm>
            <a:off x="4957260" y="2800687"/>
            <a:ext cx="1513334" cy="2236916"/>
          </a:xfrm>
          <a:prstGeom prst="line">
            <a:avLst/>
          </a:prstGeom>
          <a:noFill/>
          <a:ln w="28440">
            <a:solidFill>
              <a:srgbClr val="FF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cs-CZ"/>
          </a:p>
        </p:txBody>
      </p:sp>
      <p:sp>
        <p:nvSpPr>
          <p:cNvPr id="26" name="Line 4"/>
          <p:cNvSpPr>
            <a:spLocks noChangeShapeType="1"/>
          </p:cNvSpPr>
          <p:nvPr/>
        </p:nvSpPr>
        <p:spPr bwMode="auto">
          <a:xfrm>
            <a:off x="3969157" y="2800687"/>
            <a:ext cx="278627" cy="978222"/>
          </a:xfrm>
          <a:prstGeom prst="line">
            <a:avLst/>
          </a:prstGeom>
          <a:noFill/>
          <a:ln w="28440">
            <a:solidFill>
              <a:srgbClr val="FF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cs-CZ"/>
          </a:p>
        </p:txBody>
      </p:sp>
      <p:sp>
        <p:nvSpPr>
          <p:cNvPr id="29" name="Line 4"/>
          <p:cNvSpPr>
            <a:spLocks noChangeShapeType="1"/>
          </p:cNvSpPr>
          <p:nvPr/>
        </p:nvSpPr>
        <p:spPr bwMode="auto">
          <a:xfrm flipV="1">
            <a:off x="4432220" y="2800686"/>
            <a:ext cx="158464" cy="978222"/>
          </a:xfrm>
          <a:prstGeom prst="line">
            <a:avLst/>
          </a:prstGeom>
          <a:noFill/>
          <a:ln w="28440">
            <a:solidFill>
              <a:srgbClr val="FF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cs-CZ"/>
          </a:p>
        </p:txBody>
      </p:sp>
      <p:sp>
        <p:nvSpPr>
          <p:cNvPr id="24" name="Line 4">
            <a:extLst>
              <a:ext uri="{FF2B5EF4-FFF2-40B4-BE49-F238E27FC236}">
                <a16:creationId xmlns:a16="http://schemas.microsoft.com/office/drawing/2014/main" id="{527B06ED-DC11-49DA-B474-D03351FF5728}"/>
              </a:ext>
            </a:extLst>
          </p:cNvPr>
          <p:cNvSpPr txBox="1">
            <a:spLocks noChangeShapeType="1"/>
          </p:cNvSpPr>
          <p:nvPr/>
        </p:nvSpPr>
        <p:spPr bwMode="auto">
          <a:xfrm flipV="1">
            <a:off x="2119813" y="2708920"/>
            <a:ext cx="1602931" cy="334282"/>
          </a:xfrm>
          <a:prstGeom prst="line">
            <a:avLst/>
          </a:prstGeom>
          <a:noFill/>
          <a:ln w="28440">
            <a:solidFill>
              <a:srgbClr val="FF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Font typeface="Wingdings" pitchFamily="2" charset="2"/>
              <a:buChar char="§"/>
              <a:defRPr sz="2400">
                <a:solidFill>
                  <a:schemeClr val="tx1"/>
                </a:solidFill>
                <a:latin typeface="+mn-lt"/>
              </a:defRPr>
            </a:lvl3pPr>
            <a:lvl4pPr marL="1600200" indent="-228600" algn="l" rtl="0" eaLnBrk="0" fontAlgn="base" hangingPunct="0">
              <a:spcBef>
                <a:spcPct val="20000"/>
              </a:spcBef>
              <a:spcAft>
                <a:spcPct val="0"/>
              </a:spcAft>
              <a:buFont typeface="Wingdings" pitchFamily="2" charset="2"/>
              <a:buChar char="§"/>
              <a:defRPr sz="2200">
                <a:solidFill>
                  <a:schemeClr val="tx1"/>
                </a:solidFill>
                <a:latin typeface="+mn-lt"/>
              </a:defRPr>
            </a:lvl4pPr>
            <a:lvl5pPr marL="2057400" indent="-228600" algn="l" rtl="0" eaLnBrk="0" fontAlgn="base" hangingPunct="0">
              <a:spcBef>
                <a:spcPct val="20000"/>
              </a:spcBef>
              <a:spcAft>
                <a:spcPct val="0"/>
              </a:spcAft>
              <a:buFont typeface="Wingdings" pitchFamily="2" charset="2"/>
              <a:buChar char="§"/>
              <a:defRPr sz="2000">
                <a:solidFill>
                  <a:schemeClr val="tx1"/>
                </a:solidFill>
                <a:latin typeface="+mn-lt"/>
              </a:defRPr>
            </a:lvl5pPr>
            <a:lvl6pPr marL="2514600" indent="-228600" algn="l" rtl="0" fontAlgn="base">
              <a:spcBef>
                <a:spcPct val="20000"/>
              </a:spcBef>
              <a:spcAft>
                <a:spcPct val="0"/>
              </a:spcAft>
              <a:buFont typeface="Wingdings" pitchFamily="2" charset="2"/>
              <a:buChar char="§"/>
              <a:defRPr sz="2000">
                <a:solidFill>
                  <a:schemeClr val="tx1"/>
                </a:solidFill>
                <a:latin typeface="+mn-lt"/>
              </a:defRPr>
            </a:lvl6pPr>
            <a:lvl7pPr marL="2971800" indent="-228600" algn="l" rtl="0" fontAlgn="base">
              <a:spcBef>
                <a:spcPct val="20000"/>
              </a:spcBef>
              <a:spcAft>
                <a:spcPct val="0"/>
              </a:spcAft>
              <a:buFont typeface="Wingdings" pitchFamily="2" charset="2"/>
              <a:buChar char="§"/>
              <a:defRPr sz="2000">
                <a:solidFill>
                  <a:schemeClr val="tx1"/>
                </a:solidFill>
                <a:latin typeface="+mn-lt"/>
              </a:defRPr>
            </a:lvl7pPr>
            <a:lvl8pPr marL="3429000" indent="-228600" algn="l" rtl="0" fontAlgn="base">
              <a:spcBef>
                <a:spcPct val="20000"/>
              </a:spcBef>
              <a:spcAft>
                <a:spcPct val="0"/>
              </a:spcAft>
              <a:buFont typeface="Wingdings" pitchFamily="2" charset="2"/>
              <a:buChar char="§"/>
              <a:defRPr sz="2000">
                <a:solidFill>
                  <a:schemeClr val="tx1"/>
                </a:solidFill>
                <a:latin typeface="+mn-lt"/>
              </a:defRPr>
            </a:lvl8pPr>
            <a:lvl9pPr marL="3886200" indent="-228600" algn="l" rtl="0" fontAlgn="base">
              <a:spcBef>
                <a:spcPct val="20000"/>
              </a:spcBef>
              <a:spcAft>
                <a:spcPct val="0"/>
              </a:spcAft>
              <a:buFont typeface="Wingdings" pitchFamily="2" charset="2"/>
              <a:buChar char="§"/>
              <a:defRPr sz="2000">
                <a:solidFill>
                  <a:schemeClr val="tx1"/>
                </a:solidFill>
                <a:latin typeface="+mn-lt"/>
              </a:defRPr>
            </a:lvl9pPr>
          </a:lstStyle>
          <a:p>
            <a:pPr marL="0" indent="0">
              <a:buNone/>
            </a:pPr>
            <a:endParaRPr lang="cs-CZ" kern="0" dirty="0"/>
          </a:p>
        </p:txBody>
      </p:sp>
      <p:sp>
        <p:nvSpPr>
          <p:cNvPr id="25" name="Obdélník 24"/>
          <p:cNvSpPr/>
          <p:nvPr/>
        </p:nvSpPr>
        <p:spPr bwMode="auto">
          <a:xfrm>
            <a:off x="1259631" y="5589290"/>
            <a:ext cx="1437241" cy="504006"/>
          </a:xfrm>
          <a:prstGeom prst="rect">
            <a:avLst/>
          </a:prstGeom>
          <a:noFill/>
          <a:ln w="9525" cap="flat" cmpd="sng" algn="ctr">
            <a:noFill/>
            <a:prstDash val="solid"/>
            <a:round/>
            <a:headEnd type="none" w="med" len="med"/>
            <a:tailEnd type="none" w="med" len="med"/>
          </a:ln>
          <a:effectLst/>
        </p:spPr>
        <p:txBody>
          <a:bodyPr vert="horz" wrap="square" lIns="91432" tIns="45716" rIns="91432" bIns="45716" numCol="1" rtlCol="0" anchor="ctr" anchorCtr="0" compatLnSpc="1">
            <a:prstTxWarp prst="textNoShape">
              <a:avLst/>
            </a:prstTxWarp>
          </a:bodyPr>
          <a:lstStyle/>
          <a:p>
            <a:pPr eaLnBrk="1" hangingPunct="1"/>
            <a:r>
              <a:rPr lang="cs-CZ" sz="2000" b="1" dirty="0"/>
              <a:t>XON           (</a:t>
            </a:r>
          </a:p>
        </p:txBody>
      </p:sp>
      <p:sp>
        <p:nvSpPr>
          <p:cNvPr id="27" name="Line 4"/>
          <p:cNvSpPr>
            <a:spLocks noChangeShapeType="1"/>
          </p:cNvSpPr>
          <p:nvPr/>
        </p:nvSpPr>
        <p:spPr bwMode="auto">
          <a:xfrm flipV="1">
            <a:off x="2122730" y="2857425"/>
            <a:ext cx="1645635" cy="2875489"/>
          </a:xfrm>
          <a:prstGeom prst="line">
            <a:avLst/>
          </a:prstGeom>
          <a:noFill/>
          <a:ln w="28440">
            <a:solidFill>
              <a:srgbClr val="FF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cs-CZ"/>
          </a:p>
        </p:txBody>
      </p:sp>
      <p:sp>
        <p:nvSpPr>
          <p:cNvPr id="28" name="Obdélník 27"/>
          <p:cNvSpPr/>
          <p:nvPr/>
        </p:nvSpPr>
        <p:spPr bwMode="auto">
          <a:xfrm>
            <a:off x="6012159" y="5517282"/>
            <a:ext cx="1603013" cy="504006"/>
          </a:xfrm>
          <a:prstGeom prst="rect">
            <a:avLst/>
          </a:prstGeom>
          <a:noFill/>
          <a:ln w="9525" cap="flat" cmpd="sng" algn="ctr">
            <a:noFill/>
            <a:prstDash val="solid"/>
            <a:round/>
            <a:headEnd type="none" w="med" len="med"/>
            <a:tailEnd type="none" w="med" len="med"/>
          </a:ln>
          <a:effectLst/>
        </p:spPr>
        <p:txBody>
          <a:bodyPr vert="horz" wrap="square" lIns="91432" tIns="45716" rIns="91432" bIns="45716"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cs-CZ" sz="2000" b="1" dirty="0"/>
              <a:t>)          XON</a:t>
            </a:r>
            <a:endParaRPr kumimoji="0" lang="cs-CZ" sz="2000" b="1" i="0" u="none" strike="noStrike" cap="none" normalizeH="0" baseline="0" dirty="0">
              <a:ln>
                <a:noFill/>
              </a:ln>
              <a:solidFill>
                <a:schemeClr val="tx1"/>
              </a:solidFill>
              <a:effectLst/>
              <a:latin typeface="Corbel" pitchFamily="34" charset="0"/>
            </a:endParaRPr>
          </a:p>
        </p:txBody>
      </p:sp>
      <p:sp>
        <p:nvSpPr>
          <p:cNvPr id="30" name="Line 4"/>
          <p:cNvSpPr>
            <a:spLocks noChangeShapeType="1"/>
          </p:cNvSpPr>
          <p:nvPr/>
        </p:nvSpPr>
        <p:spPr bwMode="auto">
          <a:xfrm>
            <a:off x="4993043" y="2857425"/>
            <a:ext cx="1549559" cy="2700576"/>
          </a:xfrm>
          <a:prstGeom prst="line">
            <a:avLst/>
          </a:prstGeom>
          <a:noFill/>
          <a:ln w="28440">
            <a:solidFill>
              <a:srgbClr val="FF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cs-CZ"/>
          </a:p>
        </p:txBody>
      </p:sp>
      <p:sp>
        <p:nvSpPr>
          <p:cNvPr id="31" name="Line 4"/>
          <p:cNvSpPr>
            <a:spLocks noChangeShapeType="1"/>
          </p:cNvSpPr>
          <p:nvPr/>
        </p:nvSpPr>
        <p:spPr bwMode="auto">
          <a:xfrm flipV="1">
            <a:off x="2699792" y="5789652"/>
            <a:ext cx="3312368" cy="45566"/>
          </a:xfrm>
          <a:prstGeom prst="line">
            <a:avLst/>
          </a:prstGeom>
          <a:noFill/>
          <a:ln w="28440">
            <a:solidFill>
              <a:srgbClr val="FF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cs-CZ"/>
          </a:p>
        </p:txBody>
      </p:sp>
    </p:spTree>
    <p:extLst>
      <p:ext uri="{BB962C8B-B14F-4D97-AF65-F5344CB8AC3E}">
        <p14:creationId xmlns:p14="http://schemas.microsoft.com/office/powerpoint/2010/main" val="2884178560"/>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1746" name="Picture 15" descr="4538031"/>
          <p:cNvPicPr>
            <a:picLocks noChangeAspect="1" noChangeArrowheads="1"/>
          </p:cNvPicPr>
          <p:nvPr/>
        </p:nvPicPr>
        <p:blipFill>
          <a:blip r:embed="rId3" cstate="print"/>
          <a:srcRect/>
          <a:stretch>
            <a:fillRect/>
          </a:stretch>
        </p:blipFill>
        <p:spPr bwMode="auto">
          <a:xfrm>
            <a:off x="0" y="0"/>
            <a:ext cx="9144000" cy="6858000"/>
          </a:xfrm>
          <a:prstGeom prst="rect">
            <a:avLst/>
          </a:prstGeom>
          <a:noFill/>
          <a:ln w="9525">
            <a:noFill/>
            <a:miter lim="800000"/>
            <a:headEnd/>
            <a:tailEnd/>
          </a:ln>
        </p:spPr>
      </p:pic>
      <p:sp>
        <p:nvSpPr>
          <p:cNvPr id="31747" name="Rectangle 12"/>
          <p:cNvSpPr>
            <a:spLocks noChangeArrowheads="1"/>
          </p:cNvSpPr>
          <p:nvPr/>
        </p:nvSpPr>
        <p:spPr bwMode="auto">
          <a:xfrm>
            <a:off x="755650" y="4868863"/>
            <a:ext cx="7704138" cy="1944687"/>
          </a:xfrm>
          <a:prstGeom prst="rect">
            <a:avLst/>
          </a:prstGeom>
          <a:noFill/>
          <a:ln w="9525">
            <a:noFill/>
            <a:miter lim="800000"/>
            <a:headEnd/>
            <a:tailEnd/>
          </a:ln>
        </p:spPr>
        <p:txBody>
          <a:bodyPr lIns="91432" tIns="45716" rIns="91432" bIns="45716" anchor="ctr"/>
          <a:lstStyle/>
          <a:p>
            <a:pPr eaLnBrk="1" hangingPunct="1"/>
            <a:r>
              <a:rPr lang="en-US" altLang="cs-CZ" sz="2200" b="1" dirty="0" err="1">
                <a:solidFill>
                  <a:schemeClr val="bg1"/>
                </a:solidFill>
              </a:rPr>
              <a:t>vaclav.trojan</a:t>
            </a:r>
            <a:r>
              <a:rPr lang="cs-CZ" altLang="cs-CZ" sz="2200" b="1" dirty="0">
                <a:solidFill>
                  <a:schemeClr val="bg1"/>
                </a:solidFill>
              </a:rPr>
              <a:t>@syntea.cz</a:t>
            </a:r>
          </a:p>
        </p:txBody>
      </p:sp>
      <p:sp>
        <p:nvSpPr>
          <p:cNvPr id="101389" name="Rectangle 13"/>
          <p:cNvSpPr>
            <a:spLocks noChangeArrowheads="1"/>
          </p:cNvSpPr>
          <p:nvPr/>
        </p:nvSpPr>
        <p:spPr bwMode="auto">
          <a:xfrm>
            <a:off x="755650" y="2205038"/>
            <a:ext cx="7704138" cy="2447925"/>
          </a:xfrm>
          <a:prstGeom prst="rect">
            <a:avLst/>
          </a:prstGeom>
          <a:noFill/>
          <a:ln w="9525">
            <a:noFill/>
            <a:miter lim="800000"/>
            <a:headEnd/>
            <a:tailEnd/>
          </a:ln>
        </p:spPr>
        <p:txBody>
          <a:bodyPr lIns="91432" tIns="45716" rIns="91432" bIns="45716" anchor="ctr"/>
          <a:lstStyle/>
          <a:p>
            <a:pPr eaLnBrk="1" hangingPunct="1"/>
            <a:r>
              <a:rPr lang="en-US" altLang="cs-CZ" sz="6600" b="1" dirty="0">
                <a:solidFill>
                  <a:schemeClr val="bg1"/>
                </a:solidFill>
              </a:rPr>
              <a:t>End</a:t>
            </a:r>
            <a:r>
              <a:rPr lang="cs-CZ" altLang="cs-CZ" sz="6600" b="1" dirty="0">
                <a:solidFill>
                  <a:schemeClr val="bg1"/>
                </a:solidFill>
              </a:rPr>
              <a:t> </a:t>
            </a:r>
            <a:br>
              <a:rPr lang="cs-CZ" altLang="cs-CZ" sz="6600" b="1" dirty="0">
                <a:solidFill>
                  <a:schemeClr val="bg1"/>
                </a:solidFill>
              </a:rPr>
            </a:br>
            <a:br>
              <a:rPr lang="cs-CZ" altLang="cs-CZ" sz="1100" b="1" dirty="0">
                <a:solidFill>
                  <a:schemeClr val="bg1"/>
                </a:solidFill>
              </a:rPr>
            </a:br>
            <a:r>
              <a:rPr lang="en-US" altLang="cs-CZ" sz="2200" b="1" dirty="0">
                <a:solidFill>
                  <a:schemeClr val="bg1"/>
                </a:solidFill>
              </a:rPr>
              <a:t>Thank you</a:t>
            </a:r>
            <a:endParaRPr lang="cs-CZ" altLang="cs-CZ" sz="2200" b="1" dirty="0">
              <a:solidFill>
                <a:schemeClr val="bg1"/>
              </a:solidFill>
            </a:endParaRPr>
          </a:p>
        </p:txBody>
      </p:sp>
      <p:pic>
        <p:nvPicPr>
          <p:cNvPr id="31749" name="Picture 16" descr="syntea logo negativni na purpurove plose_stredni"/>
          <p:cNvPicPr>
            <a:picLocks noChangeAspect="1" noChangeArrowheads="1"/>
          </p:cNvPicPr>
          <p:nvPr/>
        </p:nvPicPr>
        <p:blipFill>
          <a:blip r:embed="rId4" cstate="print"/>
          <a:srcRect/>
          <a:stretch>
            <a:fillRect/>
          </a:stretch>
        </p:blipFill>
        <p:spPr bwMode="auto">
          <a:xfrm>
            <a:off x="898525" y="0"/>
            <a:ext cx="1450975" cy="1438275"/>
          </a:xfrm>
          <a:prstGeom prst="rect">
            <a:avLst/>
          </a:prstGeom>
          <a:noFill/>
          <a:ln w="9525">
            <a:noFill/>
            <a:miter lim="800000"/>
            <a:headEnd/>
            <a:tailEnd/>
          </a:ln>
        </p:spPr>
      </p:pic>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1389"/>
                                        </p:tgtEl>
                                        <p:attrNameLst>
                                          <p:attrName>style.visibility</p:attrName>
                                        </p:attrNameLst>
                                      </p:cBhvr>
                                      <p:to>
                                        <p:strVal val="visible"/>
                                      </p:to>
                                    </p:set>
                                    <p:animEffect transition="in" filter="fade">
                                      <p:cBhvr>
                                        <p:cTn id="7" dur="2000"/>
                                        <p:tgtEl>
                                          <p:spTgt spid="1013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89" grpId="0"/>
    </p:bldLst>
  </p:timing>
</p:sld>
</file>

<file path=ppt/theme/theme1.xml><?xml version="1.0" encoding="utf-8"?>
<a:theme xmlns:a="http://schemas.openxmlformats.org/drawingml/2006/main" name="titulni strana prezentace">
  <a:themeElements>
    <a:clrScheme name="titulni strana prezentac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titulni strana prezentace">
      <a:majorFont>
        <a:latin typeface="Corbel"/>
        <a:ea typeface=""/>
        <a:cs typeface=""/>
      </a:majorFont>
      <a:minorFont>
        <a:latin typeface="Corbel"/>
        <a:ea typeface=""/>
        <a:cs typeface=""/>
      </a:minorFont>
    </a:fontScheme>
    <a:fmtScheme name="Kancelář">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32" tIns="45716" rIns="91432" bIns="45716"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cs-CZ" sz="6000" b="0" i="0" u="none" strike="noStrike" cap="none" normalizeH="0" baseline="0" smtClean="0">
            <a:ln>
              <a:noFill/>
            </a:ln>
            <a:solidFill>
              <a:schemeClr val="tx1"/>
            </a:solidFill>
            <a:effectLst/>
            <a:latin typeface="Corbel"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32" tIns="45716" rIns="91432" bIns="45716"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cs-CZ" sz="6000" b="0" i="0" u="none" strike="noStrike" cap="none" normalizeH="0" baseline="0" smtClean="0">
            <a:ln>
              <a:noFill/>
            </a:ln>
            <a:solidFill>
              <a:schemeClr val="tx1"/>
            </a:solidFill>
            <a:effectLst/>
            <a:latin typeface="Corbel" pitchFamily="34" charset="0"/>
          </a:defRPr>
        </a:defPPr>
      </a:lstStyle>
    </a:lnDef>
  </a:objectDefaults>
  <a:extraClrSchemeLst>
    <a:extraClrScheme>
      <a:clrScheme name="titulni strana prezentac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titulni strana prezentac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titulni strana prezentac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titulni strana prezentac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titulni strana prezentac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titulni strana prezentac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titulni strana prezentac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titulni strana prezentac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titulni strana prezentac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titulni strana prezentac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titulni strana prezentac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titulni strana prezentac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bezna strana">
  <a:themeElements>
    <a:clrScheme name="bezna stran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ezna strana">
      <a:majorFont>
        <a:latin typeface="Corbel"/>
        <a:ea typeface=""/>
        <a:cs typeface=""/>
      </a:majorFont>
      <a:minorFont>
        <a:latin typeface="Corbel"/>
        <a:ea typeface=""/>
        <a:cs typeface=""/>
      </a:minorFont>
    </a:fontScheme>
    <a:fmtScheme name="Kancelář">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32" tIns="45716" rIns="91432" bIns="45716"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cs-CZ" sz="6000" b="0" i="0" u="none" strike="noStrike" cap="none" normalizeH="0" baseline="0" smtClean="0">
            <a:ln>
              <a:noFill/>
            </a:ln>
            <a:solidFill>
              <a:schemeClr val="tx1"/>
            </a:solidFill>
            <a:effectLst/>
            <a:latin typeface="Corbel" pitchFamily="34" charset="0"/>
          </a:defRPr>
        </a:defPPr>
      </a:lstStyle>
    </a:spDef>
    <a:lnDef>
      <a:spPr bwMode="auto">
        <a:noFill/>
        <a:ln w="9525" cap="flat" cmpd="sng" algn="ctr">
          <a:noFill/>
          <a:prstDash val="solid"/>
          <a:round/>
          <a:headEnd type="none" w="med" len="med"/>
          <a:tailEnd type="none" w="med" len="med"/>
        </a:ln>
        <a:effectLst/>
      </a:spPr>
      <a:bodyPr/>
      <a:lstStyle/>
    </a:lnDef>
  </a:objectDefaults>
  <a:extraClrSchemeLst>
    <a:extraClrScheme>
      <a:clrScheme name="bezna stran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ezna strana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ezna strana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ezna strana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ezna strana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ezna strana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ezna strana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ezna strana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ezna strana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ezna strana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ezna strana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ezna strana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Motiv sady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Kancelář">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ncelář">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Motiv sady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Kancelář">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ncelář">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20063</TotalTime>
  <Words>2048</Words>
  <Application>Microsoft Office PowerPoint</Application>
  <PresentationFormat>Předvádění na obrazovce (4:3)</PresentationFormat>
  <Paragraphs>255</Paragraphs>
  <Slides>18</Slides>
  <Notes>16</Notes>
  <HiddenSlides>0</HiddenSlides>
  <MMClips>0</MMClips>
  <ScaleCrop>false</ScaleCrop>
  <HeadingPairs>
    <vt:vector size="6" baseType="variant">
      <vt:variant>
        <vt:lpstr>Použitá písma</vt:lpstr>
      </vt:variant>
      <vt:variant>
        <vt:i4>4</vt:i4>
      </vt:variant>
      <vt:variant>
        <vt:lpstr>Motiv</vt:lpstr>
      </vt:variant>
      <vt:variant>
        <vt:i4>2</vt:i4>
      </vt:variant>
      <vt:variant>
        <vt:lpstr>Nadpisy snímků</vt:lpstr>
      </vt:variant>
      <vt:variant>
        <vt:i4>18</vt:i4>
      </vt:variant>
    </vt:vector>
  </HeadingPairs>
  <TitlesOfParts>
    <vt:vector size="24" baseType="lpstr">
      <vt:lpstr>Calibri</vt:lpstr>
      <vt:lpstr>Consolas</vt:lpstr>
      <vt:lpstr>Corbel</vt:lpstr>
      <vt:lpstr>Wingdings</vt:lpstr>
      <vt:lpstr>titulni strana prezentace</vt:lpstr>
      <vt:lpstr>bezna strana</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XON properties</vt:lpstr>
      <vt:lpstr>X-definition and XON</vt:lpstr>
      <vt:lpstr>Prezentace aplikace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Název prezentace  Podtitul aneb vysvětlení názvu nebo třeba místo konání nebo jméno klienta nebo datum (nepovinné)</dc:title>
  <dc:creator>Jan Tippman</dc:creator>
  <cp:lastModifiedBy>Trojan Václav</cp:lastModifiedBy>
  <cp:revision>1160</cp:revision>
  <cp:lastPrinted>2019-11-12T21:24:49Z</cp:lastPrinted>
  <dcterms:created xsi:type="dcterms:W3CDTF">2009-04-01T10:12:28Z</dcterms:created>
  <dcterms:modified xsi:type="dcterms:W3CDTF">2021-11-18T14:51:18Z</dcterms:modified>
</cp:coreProperties>
</file>